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60610-87AF-4590-9B05-8E6497AF04D8}" v="212" dt="2026-05-10T10:18:21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GALA BISHMA GOUD" userId="e51de9f13fc40c07" providerId="Windows Live" clId="Web-{E0060610-87AF-4590-9B05-8E6497AF04D8}"/>
    <pc:docChg chg="addSld delSld modSld">
      <pc:chgData name="LINGALA BISHMA GOUD" userId="e51de9f13fc40c07" providerId="Windows Live" clId="Web-{E0060610-87AF-4590-9B05-8E6497AF04D8}" dt="2026-05-10T10:18:21.674" v="240" actId="20577"/>
      <pc:docMkLst>
        <pc:docMk/>
      </pc:docMkLst>
      <pc:sldChg chg="addSp delSp modSp mod setBg setClrOvrMap">
        <pc:chgData name="LINGALA BISHMA GOUD" userId="e51de9f13fc40c07" providerId="Windows Live" clId="Web-{E0060610-87AF-4590-9B05-8E6497AF04D8}" dt="2026-05-10T10:18:21.674" v="240" actId="20577"/>
        <pc:sldMkLst>
          <pc:docMk/>
          <pc:sldMk cId="109857222" sldId="256"/>
        </pc:sldMkLst>
        <pc:spChg chg="mod">
          <ac:chgData name="LINGALA BISHMA GOUD" userId="e51de9f13fc40c07" providerId="Windows Live" clId="Web-{E0060610-87AF-4590-9B05-8E6497AF04D8}" dt="2026-05-10T10:17:34.690" v="21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INGALA BISHMA GOUD" userId="e51de9f13fc40c07" providerId="Windows Live" clId="Web-{E0060610-87AF-4590-9B05-8E6497AF04D8}" dt="2026-05-10T10:18:21.674" v="240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LINGALA BISHMA GOUD" userId="e51de9f13fc40c07" providerId="Windows Live" clId="Web-{E0060610-87AF-4590-9B05-8E6497AF04D8}" dt="2026-05-10T10:16:58.377" v="210"/>
          <ac:spMkLst>
            <pc:docMk/>
            <pc:sldMk cId="109857222" sldId="256"/>
            <ac:spMk id="9" creationId="{F609FF9A-4FCE-468E-A86A-C9AB525EAE71}"/>
          </ac:spMkLst>
        </pc:spChg>
        <pc:spChg chg="add del">
          <ac:chgData name="LINGALA BISHMA GOUD" userId="e51de9f13fc40c07" providerId="Windows Live" clId="Web-{E0060610-87AF-4590-9B05-8E6497AF04D8}" dt="2026-05-10T10:16:58.377" v="210"/>
          <ac:spMkLst>
            <pc:docMk/>
            <pc:sldMk cId="109857222" sldId="256"/>
            <ac:spMk id="11" creationId="{021E12D4-3A88-428D-8E5E-AF1AFD923D63}"/>
          </ac:spMkLst>
        </pc:spChg>
        <pc:spChg chg="add">
          <ac:chgData name="LINGALA BISHMA GOUD" userId="e51de9f13fc40c07" providerId="Windows Live" clId="Web-{E0060610-87AF-4590-9B05-8E6497AF04D8}" dt="2026-05-10T10:16:58.377" v="210"/>
          <ac:spMkLst>
            <pc:docMk/>
            <pc:sldMk cId="109857222" sldId="256"/>
            <ac:spMk id="16" creationId="{C5E6CFF1-2F42-4E10-9A97-F116F46F53FE}"/>
          </ac:spMkLst>
        </pc:spChg>
        <pc:picChg chg="add mod">
          <ac:chgData name="LINGALA BISHMA GOUD" userId="e51de9f13fc40c07" providerId="Windows Live" clId="Web-{E0060610-87AF-4590-9B05-8E6497AF04D8}" dt="2026-05-10T10:16:58.377" v="210"/>
          <ac:picMkLst>
            <pc:docMk/>
            <pc:sldMk cId="109857222" sldId="256"/>
            <ac:picMk id="5" creationId="{A49DA43B-1A24-65F7-FC54-E7D0DBD91DB2}"/>
          </ac:picMkLst>
        </pc:picChg>
        <pc:cxnChg chg="add">
          <ac:chgData name="LINGALA BISHMA GOUD" userId="e51de9f13fc40c07" providerId="Windows Live" clId="Web-{E0060610-87AF-4590-9B05-8E6497AF04D8}" dt="2026-05-10T10:16:58.377" v="210"/>
          <ac:cxnSpMkLst>
            <pc:docMk/>
            <pc:sldMk cId="109857222" sldId="256"/>
            <ac:cxnSpMk id="18" creationId="{96A8629B-8289-498B-939B-1CA0C106182C}"/>
          </ac:cxnSpMkLst>
        </pc:cxnChg>
      </pc:sldChg>
      <pc:sldChg chg="addSp delSp modSp new mod setBg">
        <pc:chgData name="LINGALA BISHMA GOUD" userId="e51de9f13fc40c07" providerId="Windows Live" clId="Web-{E0060610-87AF-4590-9B05-8E6497AF04D8}" dt="2026-05-10T10:05:08.543" v="167"/>
        <pc:sldMkLst>
          <pc:docMk/>
          <pc:sldMk cId="1145396695" sldId="257"/>
        </pc:sldMkLst>
        <pc:spChg chg="mo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2" creationId="{98AAAAE2-F366-481F-AC70-E1770F4E6C60}"/>
          </ac:spMkLst>
        </pc:spChg>
        <pc:spChg chg="add del mo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3" creationId="{3637959B-FFDA-DB7C-DD1D-CBB8339F7CF6}"/>
          </ac:spMkLst>
        </pc:spChg>
        <pc:spChg chg="add del">
          <ac:chgData name="LINGALA BISHMA GOUD" userId="e51de9f13fc40c07" providerId="Windows Live" clId="Web-{E0060610-87AF-4590-9B05-8E6497AF04D8}" dt="2026-05-10T10:05:08.527" v="166"/>
          <ac:spMkLst>
            <pc:docMk/>
            <pc:sldMk cId="1145396695" sldId="257"/>
            <ac:spMk id="9" creationId="{7517A47C-B2E5-4B79-8061-D74B1311AF6E}"/>
          </ac:spMkLst>
        </pc:spChg>
        <pc:spChg chg="add del">
          <ac:chgData name="LINGALA BISHMA GOUD" userId="e51de9f13fc40c07" providerId="Windows Live" clId="Web-{E0060610-87AF-4590-9B05-8E6497AF04D8}" dt="2026-05-10T10:05:08.527" v="166"/>
          <ac:spMkLst>
            <pc:docMk/>
            <pc:sldMk cId="1145396695" sldId="257"/>
            <ac:spMk id="11" creationId="{C505E780-2083-4CB5-A42A-5E0E2908ECC3}"/>
          </ac:spMkLst>
        </pc:spChg>
        <pc:spChg chg="add del">
          <ac:chgData name="LINGALA BISHMA GOUD" userId="e51de9f13fc40c07" providerId="Windows Live" clId="Web-{E0060610-87AF-4590-9B05-8E6497AF04D8}" dt="2026-05-10T10:05:08.527" v="166"/>
          <ac:spMkLst>
            <pc:docMk/>
            <pc:sldMk cId="1145396695" sldId="257"/>
            <ac:spMk id="13" creationId="{D2C0AE1C-0118-41AE-8A10-7CDCBF10E96F}"/>
          </ac:spMkLst>
        </pc:spChg>
        <pc:spChg chg="add del">
          <ac:chgData name="LINGALA BISHMA GOUD" userId="e51de9f13fc40c07" providerId="Windows Live" clId="Web-{E0060610-87AF-4590-9B05-8E6497AF04D8}" dt="2026-05-10T10:05:08.527" v="166"/>
          <ac:spMkLst>
            <pc:docMk/>
            <pc:sldMk cId="1145396695" sldId="257"/>
            <ac:spMk id="15" creationId="{463EEC44-1BA3-44ED-81FC-A644B04B2A44}"/>
          </ac:spMkLst>
        </pc:spChg>
        <pc:spChg chg="ad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17" creationId="{BACC6370-2D7E-4714-9D71-7542949D7D5D}"/>
          </ac:spMkLst>
        </pc:spChg>
        <pc:spChg chg="ad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18" creationId="{F68B3F68-107C-434F-AA38-110D5EA91B85}"/>
          </ac:spMkLst>
        </pc:spChg>
        <pc:spChg chg="ad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19" creationId="{AAD0DBB9-1A4B-4391-81D4-CB19F9AB918A}"/>
          </ac:spMkLst>
        </pc:spChg>
        <pc:spChg chg="add">
          <ac:chgData name="LINGALA BISHMA GOUD" userId="e51de9f13fc40c07" providerId="Windows Live" clId="Web-{E0060610-87AF-4590-9B05-8E6497AF04D8}" dt="2026-05-10T10:05:08.543" v="167"/>
          <ac:spMkLst>
            <pc:docMk/>
            <pc:sldMk cId="1145396695" sldId="257"/>
            <ac:spMk id="20" creationId="{063BBA22-50EA-4C4D-BE05-F1CE4E63AA56}"/>
          </ac:spMkLst>
        </pc:spChg>
        <pc:graphicFrameChg chg="add del">
          <ac:chgData name="LINGALA BISHMA GOUD" userId="e51de9f13fc40c07" providerId="Windows Live" clId="Web-{E0060610-87AF-4590-9B05-8E6497AF04D8}" dt="2026-05-10T10:05:08.527" v="166"/>
          <ac:graphicFrameMkLst>
            <pc:docMk/>
            <pc:sldMk cId="1145396695" sldId="257"/>
            <ac:graphicFrameMk id="5" creationId="{557B0C20-9330-BA84-ECD0-3D8F6CC704FE}"/>
          </ac:graphicFrameMkLst>
        </pc:graphicFrameChg>
        <pc:graphicFrameChg chg="add">
          <ac:chgData name="LINGALA BISHMA GOUD" userId="e51de9f13fc40c07" providerId="Windows Live" clId="Web-{E0060610-87AF-4590-9B05-8E6497AF04D8}" dt="2026-05-10T10:05:08.543" v="167"/>
          <ac:graphicFrameMkLst>
            <pc:docMk/>
            <pc:sldMk cId="1145396695" sldId="257"/>
            <ac:graphicFrameMk id="21" creationId="{41A50792-8F9B-2D38-AC3C-F3A49C429508}"/>
          </ac:graphicFrameMkLst>
        </pc:graphicFrameChg>
      </pc:sldChg>
      <pc:sldChg chg="addSp delSp modSp new mod setBg">
        <pc:chgData name="LINGALA BISHMA GOUD" userId="e51de9f13fc40c07" providerId="Windows Live" clId="Web-{E0060610-87AF-4590-9B05-8E6497AF04D8}" dt="2026-05-10T10:05:30.668" v="168"/>
        <pc:sldMkLst>
          <pc:docMk/>
          <pc:sldMk cId="46156541" sldId="258"/>
        </pc:sldMkLst>
        <pc:spChg chg="mo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2" creationId="{B959F802-E7D9-E86F-999D-0D80BA471502}"/>
          </ac:spMkLst>
        </pc:spChg>
        <pc:spChg chg="del mo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3" creationId="{3EF706A2-ECE8-81B2-943A-60D1EEDB7FBD}"/>
          </ac:spMkLst>
        </pc:spChg>
        <pc:spChg chg="ad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9" creationId="{BACC6370-2D7E-4714-9D71-7542949D7D5D}"/>
          </ac:spMkLst>
        </pc:spChg>
        <pc:spChg chg="ad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11" creationId="{F68B3F68-107C-434F-AA38-110D5EA91B85}"/>
          </ac:spMkLst>
        </pc:spChg>
        <pc:spChg chg="ad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13" creationId="{AAD0DBB9-1A4B-4391-81D4-CB19F9AB918A}"/>
          </ac:spMkLst>
        </pc:spChg>
        <pc:spChg chg="add">
          <ac:chgData name="LINGALA BISHMA GOUD" userId="e51de9f13fc40c07" providerId="Windows Live" clId="Web-{E0060610-87AF-4590-9B05-8E6497AF04D8}" dt="2026-05-10T10:05:30.668" v="168"/>
          <ac:spMkLst>
            <pc:docMk/>
            <pc:sldMk cId="46156541" sldId="258"/>
            <ac:spMk id="15" creationId="{063BBA22-50EA-4C4D-BE05-F1CE4E63AA56}"/>
          </ac:spMkLst>
        </pc:spChg>
        <pc:graphicFrameChg chg="add">
          <ac:chgData name="LINGALA BISHMA GOUD" userId="e51de9f13fc40c07" providerId="Windows Live" clId="Web-{E0060610-87AF-4590-9B05-8E6497AF04D8}" dt="2026-05-10T10:05:30.668" v="168"/>
          <ac:graphicFrameMkLst>
            <pc:docMk/>
            <pc:sldMk cId="46156541" sldId="258"/>
            <ac:graphicFrameMk id="5" creationId="{ADC2DEED-F215-8C87-E883-6CF3BF19BA34}"/>
          </ac:graphicFrameMkLst>
        </pc:graphicFrameChg>
      </pc:sldChg>
      <pc:sldChg chg="addSp delSp modSp new mod setBg">
        <pc:chgData name="LINGALA BISHMA GOUD" userId="e51de9f13fc40c07" providerId="Windows Live" clId="Web-{E0060610-87AF-4590-9B05-8E6497AF04D8}" dt="2026-05-10T10:07:59.186" v="193"/>
        <pc:sldMkLst>
          <pc:docMk/>
          <pc:sldMk cId="1558699155" sldId="259"/>
        </pc:sldMkLst>
        <pc:spChg chg="mod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2" creationId="{EC3E8096-FB32-2CB0-9022-F13ADF9C1A39}"/>
          </ac:spMkLst>
        </pc:spChg>
        <pc:spChg chg="add del mod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3" creationId="{8DA6E84D-7BFA-D198-E78F-401334094689}"/>
          </ac:spMkLst>
        </pc:spChg>
        <pc:spChg chg="add del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9" creationId="{BACC6370-2D7E-4714-9D71-7542949D7D5D}"/>
          </ac:spMkLst>
        </pc:spChg>
        <pc:spChg chg="add del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11" creationId="{F68B3F68-107C-434F-AA38-110D5EA91B85}"/>
          </ac:spMkLst>
        </pc:spChg>
        <pc:spChg chg="add del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13" creationId="{AAD0DBB9-1A4B-4391-81D4-CB19F9AB918A}"/>
          </ac:spMkLst>
        </pc:spChg>
        <pc:spChg chg="add del">
          <ac:chgData name="LINGALA BISHMA GOUD" userId="e51de9f13fc40c07" providerId="Windows Live" clId="Web-{E0060610-87AF-4590-9B05-8E6497AF04D8}" dt="2026-05-10T10:07:59.186" v="193"/>
          <ac:spMkLst>
            <pc:docMk/>
            <pc:sldMk cId="1558699155" sldId="259"/>
            <ac:spMk id="15" creationId="{063BBA22-50EA-4C4D-BE05-F1CE4E63AA56}"/>
          </ac:spMkLst>
        </pc:spChg>
        <pc:graphicFrameChg chg="add del">
          <ac:chgData name="LINGALA BISHMA GOUD" userId="e51de9f13fc40c07" providerId="Windows Live" clId="Web-{E0060610-87AF-4590-9B05-8E6497AF04D8}" dt="2026-05-10T10:07:59.186" v="193"/>
          <ac:graphicFrameMkLst>
            <pc:docMk/>
            <pc:sldMk cId="1558699155" sldId="259"/>
            <ac:graphicFrameMk id="5" creationId="{3B3BE15D-CF60-794B-A51C-280AC1C9C722}"/>
          </ac:graphicFrameMkLst>
        </pc:graphicFrameChg>
      </pc:sldChg>
      <pc:sldChg chg="addSp delSp modSp new mod setBg">
        <pc:chgData name="LINGALA BISHMA GOUD" userId="e51de9f13fc40c07" providerId="Windows Live" clId="Web-{E0060610-87AF-4590-9B05-8E6497AF04D8}" dt="2026-05-10T10:08:42.437" v="197" actId="1076"/>
        <pc:sldMkLst>
          <pc:docMk/>
          <pc:sldMk cId="763068440" sldId="260"/>
        </pc:sldMkLst>
        <pc:spChg chg="mod">
          <ac:chgData name="LINGALA BISHMA GOUD" userId="e51de9f13fc40c07" providerId="Windows Live" clId="Web-{E0060610-87AF-4590-9B05-8E6497AF04D8}" dt="2026-05-10T10:08:42.437" v="197" actId="1076"/>
          <ac:spMkLst>
            <pc:docMk/>
            <pc:sldMk cId="763068440" sldId="260"/>
            <ac:spMk id="2" creationId="{228CDF49-50C3-B48D-A11E-6B5461B457AD}"/>
          </ac:spMkLst>
        </pc:spChg>
        <pc:spChg chg="del">
          <ac:chgData name="LINGALA BISHMA GOUD" userId="e51de9f13fc40c07" providerId="Windows Live" clId="Web-{E0060610-87AF-4590-9B05-8E6497AF04D8}" dt="2026-05-10T09:56:45.087" v="75"/>
          <ac:spMkLst>
            <pc:docMk/>
            <pc:sldMk cId="763068440" sldId="260"/>
            <ac:spMk id="3" creationId="{FA0B42B8-8CA0-0855-8C32-A44809116AB3}"/>
          </ac:spMkLst>
        </pc:spChg>
        <pc:spChg chg="add">
          <ac:chgData name="LINGALA BISHMA GOUD" userId="e51de9f13fc40c07" providerId="Windows Live" clId="Web-{E0060610-87AF-4590-9B05-8E6497AF04D8}" dt="2026-05-10T10:08:24.343" v="194"/>
          <ac:spMkLst>
            <pc:docMk/>
            <pc:sldMk cId="763068440" sldId="260"/>
            <ac:spMk id="6" creationId="{1A95671B-3CC6-4792-9114-B74FAEA224E6}"/>
          </ac:spMkLst>
        </pc:spChg>
        <pc:spChg chg="add del">
          <ac:chgData name="LINGALA BISHMA GOUD" userId="e51de9f13fc40c07" providerId="Windows Live" clId="Web-{E0060610-87AF-4590-9B05-8E6497AF04D8}" dt="2026-05-10T10:08:32.655" v="195"/>
          <ac:spMkLst>
            <pc:docMk/>
            <pc:sldMk cId="763068440" sldId="260"/>
            <ac:spMk id="7" creationId="{76F74B36-B3E9-947E-EBFF-84D29FC01F37}"/>
          </ac:spMkLst>
        </pc:spChg>
        <pc:spChg chg="add del">
          <ac:chgData name="LINGALA BISHMA GOUD" userId="e51de9f13fc40c07" providerId="Windows Live" clId="Web-{E0060610-87AF-4590-9B05-8E6497AF04D8}" dt="2026-05-10T10:06:24.153" v="171"/>
          <ac:spMkLst>
            <pc:docMk/>
            <pc:sldMk cId="763068440" sldId="260"/>
            <ac:spMk id="8" creationId="{58A87315-2AAC-25A5-3287-2686816FC9C9}"/>
          </ac:spMkLst>
        </pc:spChg>
        <pc:spChg chg="add del">
          <ac:chgData name="LINGALA BISHMA GOUD" userId="e51de9f13fc40c07" providerId="Windows Live" clId="Web-{E0060610-87AF-4590-9B05-8E6497AF04D8}" dt="2026-05-10T10:06:36.685" v="175"/>
          <ac:spMkLst>
            <pc:docMk/>
            <pc:sldMk cId="763068440" sldId="260"/>
            <ac:spMk id="9" creationId="{C1A1C5D3-C053-4EE9-BE1A-419B6E27CCAE}"/>
          </ac:spMkLst>
        </pc:spChg>
        <pc:spChg chg="add del">
          <ac:chgData name="LINGALA BISHMA GOUD" userId="e51de9f13fc40c07" providerId="Windows Live" clId="Web-{E0060610-87AF-4590-9B05-8E6497AF04D8}" dt="2026-05-10T10:06:24.153" v="171"/>
          <ac:spMkLst>
            <pc:docMk/>
            <pc:sldMk cId="763068440" sldId="260"/>
            <ac:spMk id="11" creationId="{D7A453D2-15D8-4403-815F-291FA16340D9}"/>
          </ac:spMkLst>
        </pc:spChg>
        <pc:spChg chg="add del">
          <ac:chgData name="LINGALA BISHMA GOUD" userId="e51de9f13fc40c07" providerId="Windows Live" clId="Web-{E0060610-87AF-4590-9B05-8E6497AF04D8}" dt="2026-05-10T10:06:24.153" v="171"/>
          <ac:spMkLst>
            <pc:docMk/>
            <pc:sldMk cId="763068440" sldId="260"/>
            <ac:spMk id="13" creationId="{8161EA6B-09CA-445B-AB0D-8DF76FA92DEF}"/>
          </ac:spMkLst>
        </pc:spChg>
        <pc:spChg chg="add del">
          <ac:chgData name="LINGALA BISHMA GOUD" userId="e51de9f13fc40c07" providerId="Windows Live" clId="Web-{E0060610-87AF-4590-9B05-8E6497AF04D8}" dt="2026-05-10T10:07:47.936" v="191"/>
          <ac:spMkLst>
            <pc:docMk/>
            <pc:sldMk cId="763068440" sldId="260"/>
            <ac:spMk id="17" creationId="{0570A85B-3810-4F95-97B0-CBF4CCDB381C}"/>
          </ac:spMkLst>
        </pc:spChg>
        <pc:spChg chg="add del">
          <ac:chgData name="LINGALA BISHMA GOUD" userId="e51de9f13fc40c07" providerId="Windows Live" clId="Web-{E0060610-87AF-4590-9B05-8E6497AF04D8}" dt="2026-05-10T10:06:24.153" v="171"/>
          <ac:spMkLst>
            <pc:docMk/>
            <pc:sldMk cId="763068440" sldId="260"/>
            <ac:spMk id="23" creationId="{B8114C98-A349-4111-A123-E8EAB86ABE30}"/>
          </ac:spMkLst>
        </pc:spChg>
        <pc:spChg chg="add del">
          <ac:chgData name="LINGALA BISHMA GOUD" userId="e51de9f13fc40c07" providerId="Windows Live" clId="Web-{E0060610-87AF-4590-9B05-8E6497AF04D8}" dt="2026-05-10T10:06:24.153" v="171"/>
          <ac:spMkLst>
            <pc:docMk/>
            <pc:sldMk cId="763068440" sldId="260"/>
            <ac:spMk id="31" creationId="{E2D3D3F2-ABBB-4453-B1C5-1BEBF7E4DD56}"/>
          </ac:spMkLst>
        </pc:spChg>
        <pc:spChg chg="add del">
          <ac:chgData name="LINGALA BISHMA GOUD" userId="e51de9f13fc40c07" providerId="Windows Live" clId="Web-{E0060610-87AF-4590-9B05-8E6497AF04D8}" dt="2026-05-10T10:06:30.904" v="173"/>
          <ac:spMkLst>
            <pc:docMk/>
            <pc:sldMk cId="763068440" sldId="260"/>
            <ac:spMk id="45" creationId="{A6CBDE73-6A85-DEBE-9D06-DDC77CD14A35}"/>
          </ac:spMkLst>
        </pc:spChg>
        <pc:spChg chg="add del">
          <ac:chgData name="LINGALA BISHMA GOUD" userId="e51de9f13fc40c07" providerId="Windows Live" clId="Web-{E0060610-87AF-4590-9B05-8E6497AF04D8}" dt="2026-05-10T10:06:36.685" v="175"/>
          <ac:spMkLst>
            <pc:docMk/>
            <pc:sldMk cId="763068440" sldId="260"/>
            <ac:spMk id="49" creationId="{A3473CF9-37EB-43E7-89EF-D2D1C53D1DAC}"/>
          </ac:spMkLst>
        </pc:spChg>
        <pc:spChg chg="add del">
          <ac:chgData name="LINGALA BISHMA GOUD" userId="e51de9f13fc40c07" providerId="Windows Live" clId="Web-{E0060610-87AF-4590-9B05-8E6497AF04D8}" dt="2026-05-10T10:06:36.685" v="175"/>
          <ac:spMkLst>
            <pc:docMk/>
            <pc:sldMk cId="763068440" sldId="260"/>
            <ac:spMk id="50" creationId="{586B4EF9-43BA-4655-A6FF-1D8E21574C95}"/>
          </ac:spMkLst>
        </pc:spChg>
        <pc:spChg chg="add del">
          <ac:chgData name="LINGALA BISHMA GOUD" userId="e51de9f13fc40c07" providerId="Windows Live" clId="Web-{E0060610-87AF-4590-9B05-8E6497AF04D8}" dt="2026-05-10T10:06:44.841" v="177"/>
          <ac:spMkLst>
            <pc:docMk/>
            <pc:sldMk cId="763068440" sldId="260"/>
            <ac:spMk id="52" creationId="{5F637E18-EF26-4327-9077-7FFC67B98B96}"/>
          </ac:spMkLst>
        </pc:spChg>
        <pc:spChg chg="add del">
          <ac:chgData name="LINGALA BISHMA GOUD" userId="e51de9f13fc40c07" providerId="Windows Live" clId="Web-{E0060610-87AF-4590-9B05-8E6497AF04D8}" dt="2026-05-10T10:06:44.841" v="177"/>
          <ac:spMkLst>
            <pc:docMk/>
            <pc:sldMk cId="763068440" sldId="260"/>
            <ac:spMk id="53" creationId="{3EED6667-6BE8-A2AB-422A-5A1D89727E35}"/>
          </ac:spMkLst>
        </pc:spChg>
        <pc:spChg chg="add del">
          <ac:chgData name="LINGALA BISHMA GOUD" userId="e51de9f13fc40c07" providerId="Windows Live" clId="Web-{E0060610-87AF-4590-9B05-8E6497AF04D8}" dt="2026-05-10T10:06:47.154" v="179"/>
          <ac:spMkLst>
            <pc:docMk/>
            <pc:sldMk cId="763068440" sldId="260"/>
            <ac:spMk id="55" creationId="{A4AC5506-6312-4701-8D3C-40187889A947}"/>
          </ac:spMkLst>
        </pc:spChg>
        <pc:spChg chg="add del">
          <ac:chgData name="LINGALA BISHMA GOUD" userId="e51de9f13fc40c07" providerId="Windows Live" clId="Web-{E0060610-87AF-4590-9B05-8E6497AF04D8}" dt="2026-05-10T10:06:49.482" v="181"/>
          <ac:spMkLst>
            <pc:docMk/>
            <pc:sldMk cId="763068440" sldId="260"/>
            <ac:spMk id="57" creationId="{C1A1C5D3-C053-4EE9-BE1A-419B6E27CCAE}"/>
          </ac:spMkLst>
        </pc:spChg>
        <pc:spChg chg="add del">
          <ac:chgData name="LINGALA BISHMA GOUD" userId="e51de9f13fc40c07" providerId="Windows Live" clId="Web-{E0060610-87AF-4590-9B05-8E6497AF04D8}" dt="2026-05-10T10:06:49.482" v="181"/>
          <ac:spMkLst>
            <pc:docMk/>
            <pc:sldMk cId="763068440" sldId="260"/>
            <ac:spMk id="58" creationId="{A3473CF9-37EB-43E7-89EF-D2D1C53D1DAC}"/>
          </ac:spMkLst>
        </pc:spChg>
        <pc:spChg chg="add del">
          <ac:chgData name="LINGALA BISHMA GOUD" userId="e51de9f13fc40c07" providerId="Windows Live" clId="Web-{E0060610-87AF-4590-9B05-8E6497AF04D8}" dt="2026-05-10T10:06:49.482" v="181"/>
          <ac:spMkLst>
            <pc:docMk/>
            <pc:sldMk cId="763068440" sldId="260"/>
            <ac:spMk id="59" creationId="{586B4EF9-43BA-4655-A6FF-1D8E21574C95}"/>
          </ac:spMkLst>
        </pc:spChg>
        <pc:spChg chg="add del">
          <ac:chgData name="LINGALA BISHMA GOUD" userId="e51de9f13fc40c07" providerId="Windows Live" clId="Web-{E0060610-87AF-4590-9B05-8E6497AF04D8}" dt="2026-05-10T10:06:56.779" v="183"/>
          <ac:spMkLst>
            <pc:docMk/>
            <pc:sldMk cId="763068440" sldId="260"/>
            <ac:spMk id="61" creationId="{5F637E18-EF26-4327-9077-7FFC67B98B96}"/>
          </ac:spMkLst>
        </pc:spChg>
        <pc:spChg chg="add del">
          <ac:chgData name="LINGALA BISHMA GOUD" userId="e51de9f13fc40c07" providerId="Windows Live" clId="Web-{E0060610-87AF-4590-9B05-8E6497AF04D8}" dt="2026-05-10T10:06:56.779" v="183"/>
          <ac:spMkLst>
            <pc:docMk/>
            <pc:sldMk cId="763068440" sldId="260"/>
            <ac:spMk id="62" creationId="{3EED6667-6BE8-A2AB-422A-5A1D89727E35}"/>
          </ac:spMkLst>
        </pc:spChg>
        <pc:spChg chg="add del">
          <ac:chgData name="LINGALA BISHMA GOUD" userId="e51de9f13fc40c07" providerId="Windows Live" clId="Web-{E0060610-87AF-4590-9B05-8E6497AF04D8}" dt="2026-05-10T10:07:47.936" v="191"/>
          <ac:spMkLst>
            <pc:docMk/>
            <pc:sldMk cId="763068440" sldId="260"/>
            <ac:spMk id="64" creationId="{2550BE34-C2B8-49B8-8519-67A8CAD51AE9}"/>
          </ac:spMkLst>
        </pc:spChg>
        <pc:spChg chg="add del">
          <ac:chgData name="LINGALA BISHMA GOUD" userId="e51de9f13fc40c07" providerId="Windows Live" clId="Web-{E0060610-87AF-4590-9B05-8E6497AF04D8}" dt="2026-05-10T10:07:47.936" v="191"/>
          <ac:spMkLst>
            <pc:docMk/>
            <pc:sldMk cId="763068440" sldId="260"/>
            <ac:spMk id="65" creationId="{A7457DD9-5A45-400A-AB4B-4B4EDECA25F1}"/>
          </ac:spMkLst>
        </pc:spChg>
        <pc:spChg chg="add del">
          <ac:chgData name="LINGALA BISHMA GOUD" userId="e51de9f13fc40c07" providerId="Windows Live" clId="Web-{E0060610-87AF-4590-9B05-8E6497AF04D8}" dt="2026-05-10T10:07:47.936" v="191"/>
          <ac:spMkLst>
            <pc:docMk/>
            <pc:sldMk cId="763068440" sldId="260"/>
            <ac:spMk id="66" creationId="{441CF7D6-A660-431A-B0BB-140A0D5556B6}"/>
          </ac:spMkLst>
        </pc:spChg>
        <pc:spChg chg="add del">
          <ac:chgData name="LINGALA BISHMA GOUD" userId="e51de9f13fc40c07" providerId="Windows Live" clId="Web-{E0060610-87AF-4590-9B05-8E6497AF04D8}" dt="2026-05-10T10:07:47.936" v="191"/>
          <ac:spMkLst>
            <pc:docMk/>
            <pc:sldMk cId="763068440" sldId="260"/>
            <ac:spMk id="67" creationId="{791ACF17-D51C-A69D-43DC-DF0550042122}"/>
          </ac:spMkLst>
        </pc:spChg>
        <pc:spChg chg="add del">
          <ac:chgData name="LINGALA BISHMA GOUD" userId="e51de9f13fc40c07" providerId="Windows Live" clId="Web-{E0060610-87AF-4590-9B05-8E6497AF04D8}" dt="2026-05-10T10:07:28.998" v="187"/>
          <ac:spMkLst>
            <pc:docMk/>
            <pc:sldMk cId="763068440" sldId="260"/>
            <ac:spMk id="71" creationId="{C59AB4C8-9178-4F7A-8404-6890510B5917}"/>
          </ac:spMkLst>
        </pc:spChg>
        <pc:spChg chg="add del">
          <ac:chgData name="LINGALA BISHMA GOUD" userId="e51de9f13fc40c07" providerId="Windows Live" clId="Web-{E0060610-87AF-4590-9B05-8E6497AF04D8}" dt="2026-05-10T10:07:28.998" v="187"/>
          <ac:spMkLst>
            <pc:docMk/>
            <pc:sldMk cId="763068440" sldId="260"/>
            <ac:spMk id="73" creationId="{4CFDFB37-4BC7-42C6-915D-A6609139BFE7}"/>
          </ac:spMkLst>
        </pc:spChg>
        <pc:spChg chg="add del">
          <ac:chgData name="LINGALA BISHMA GOUD" userId="e51de9f13fc40c07" providerId="Windows Live" clId="Web-{E0060610-87AF-4590-9B05-8E6497AF04D8}" dt="2026-05-10T10:07:43.952" v="189"/>
          <ac:spMkLst>
            <pc:docMk/>
            <pc:sldMk cId="763068440" sldId="260"/>
            <ac:spMk id="76" creationId="{059E733E-C124-4E2D-A404-9FB160C87ECA}"/>
          </ac:spMkLst>
        </pc:spChg>
        <pc:spChg chg="add del">
          <ac:chgData name="LINGALA BISHMA GOUD" userId="e51de9f13fc40c07" providerId="Windows Live" clId="Web-{E0060610-87AF-4590-9B05-8E6497AF04D8}" dt="2026-05-10T10:07:43.952" v="189"/>
          <ac:spMkLst>
            <pc:docMk/>
            <pc:sldMk cId="763068440" sldId="260"/>
            <ac:spMk id="77" creationId="{7EA2FCBD-319F-4A4F-9834-E50E3DD2A028}"/>
          </ac:spMkLst>
        </pc:spChg>
        <pc:grpChg chg="add del">
          <ac:chgData name="LINGALA BISHMA GOUD" userId="e51de9f13fc40c07" providerId="Windows Live" clId="Web-{E0060610-87AF-4590-9B05-8E6497AF04D8}" dt="2026-05-10T10:06:24.153" v="171"/>
          <ac:grpSpMkLst>
            <pc:docMk/>
            <pc:sldMk cId="763068440" sldId="260"/>
            <ac:grpSpMk id="15" creationId="{74E65F23-789E-4CB9-B34F-46A85E25D667}"/>
          </ac:grpSpMkLst>
        </pc:grpChg>
        <pc:grpChg chg="add del">
          <ac:chgData name="LINGALA BISHMA GOUD" userId="e51de9f13fc40c07" providerId="Windows Live" clId="Web-{E0060610-87AF-4590-9B05-8E6497AF04D8}" dt="2026-05-10T10:06:24.153" v="171"/>
          <ac:grpSpMkLst>
            <pc:docMk/>
            <pc:sldMk cId="763068440" sldId="260"/>
            <ac:grpSpMk id="33" creationId="{8214E4A5-A0D2-42C4-8D14-D2A7E495F041}"/>
          </ac:grpSpMkLst>
        </pc:grpChg>
        <pc:grpChg chg="add del">
          <ac:chgData name="LINGALA BISHMA GOUD" userId="e51de9f13fc40c07" providerId="Windows Live" clId="Web-{E0060610-87AF-4590-9B05-8E6497AF04D8}" dt="2026-05-10T10:06:24.153" v="171"/>
          <ac:grpSpMkLst>
            <pc:docMk/>
            <pc:sldMk cId="763068440" sldId="260"/>
            <ac:grpSpMk id="39" creationId="{4043ADFC-DC2E-40D2-954D-4A13B908DA80}"/>
          </ac:grpSpMkLst>
        </pc:grpChg>
        <pc:grpChg chg="add del">
          <ac:chgData name="LINGALA BISHMA GOUD" userId="e51de9f13fc40c07" providerId="Windows Live" clId="Web-{E0060610-87AF-4590-9B05-8E6497AF04D8}" dt="2026-05-10T10:06:30.904" v="173"/>
          <ac:grpSpMkLst>
            <pc:docMk/>
            <pc:sldMk cId="763068440" sldId="260"/>
            <ac:grpSpMk id="46" creationId="{E4A41B9E-A0C8-F78B-E5B6-A0D02D8810B5}"/>
          </ac:grpSpMkLst>
        </pc:grpChg>
        <pc:grpChg chg="add del">
          <ac:chgData name="LINGALA BISHMA GOUD" userId="e51de9f13fc40c07" providerId="Windows Live" clId="Web-{E0060610-87AF-4590-9B05-8E6497AF04D8}" dt="2026-05-10T10:07:43.952" v="189"/>
          <ac:grpSpMkLst>
            <pc:docMk/>
            <pc:sldMk cId="763068440" sldId="260"/>
            <ac:grpSpMk id="78" creationId="{02E8B24A-E924-4EA4-951E-022F5DCF4279}"/>
          </ac:grpSpMkLst>
        </pc:grpChg>
        <pc:grpChg chg="add del">
          <ac:chgData name="LINGALA BISHMA GOUD" userId="e51de9f13fc40c07" providerId="Windows Live" clId="Web-{E0060610-87AF-4590-9B05-8E6497AF04D8}" dt="2026-05-10T10:07:43.952" v="189"/>
          <ac:grpSpMkLst>
            <pc:docMk/>
            <pc:sldMk cId="763068440" sldId="260"/>
            <ac:grpSpMk id="79" creationId="{5E7D06D7-1FB8-42CA-B761-FC8150D22CE7}"/>
          </ac:grpSpMkLst>
        </pc:grpChg>
        <pc:picChg chg="add mod ord">
          <ac:chgData name="LINGALA BISHMA GOUD" userId="e51de9f13fc40c07" providerId="Windows Live" clId="Web-{E0060610-87AF-4590-9B05-8E6497AF04D8}" dt="2026-05-10T10:08:24.343" v="194"/>
          <ac:picMkLst>
            <pc:docMk/>
            <pc:sldMk cId="763068440" sldId="260"/>
            <ac:picMk id="4" creationId="{6436A0F8-336A-853C-7DF8-A5486EE848D7}"/>
          </ac:picMkLst>
        </pc:picChg>
      </pc:sldChg>
      <pc:sldChg chg="addSp delSp modSp new mod setBg">
        <pc:chgData name="LINGALA BISHMA GOUD" userId="e51de9f13fc40c07" providerId="Windows Live" clId="Web-{E0060610-87AF-4590-9B05-8E6497AF04D8}" dt="2026-05-10T10:08:55.874" v="198"/>
        <pc:sldMkLst>
          <pc:docMk/>
          <pc:sldMk cId="1020108407" sldId="261"/>
        </pc:sldMkLst>
        <pc:spChg chg="mod">
          <ac:chgData name="LINGALA BISHMA GOUD" userId="e51de9f13fc40c07" providerId="Windows Live" clId="Web-{E0060610-87AF-4590-9B05-8E6497AF04D8}" dt="2026-05-10T10:08:55.874" v="198"/>
          <ac:spMkLst>
            <pc:docMk/>
            <pc:sldMk cId="1020108407" sldId="261"/>
            <ac:spMk id="2" creationId="{2E403A62-DB6E-9FA6-D022-8288AF4ED5FC}"/>
          </ac:spMkLst>
        </pc:spChg>
        <pc:spChg chg="del mod">
          <ac:chgData name="LINGALA BISHMA GOUD" userId="e51de9f13fc40c07" providerId="Windows Live" clId="Web-{E0060610-87AF-4590-9B05-8E6497AF04D8}" dt="2026-05-10T10:08:55.874" v="198"/>
          <ac:spMkLst>
            <pc:docMk/>
            <pc:sldMk cId="1020108407" sldId="261"/>
            <ac:spMk id="3" creationId="{FFF361ED-8C34-9ACE-289A-75EA15199A01}"/>
          </ac:spMkLst>
        </pc:spChg>
        <pc:spChg chg="add">
          <ac:chgData name="LINGALA BISHMA GOUD" userId="e51de9f13fc40c07" providerId="Windows Live" clId="Web-{E0060610-87AF-4590-9B05-8E6497AF04D8}" dt="2026-05-10T10:08:55.874" v="198"/>
          <ac:spMkLst>
            <pc:docMk/>
            <pc:sldMk cId="1020108407" sldId="261"/>
            <ac:spMk id="9" creationId="{CB49665F-0298-4449-8D2D-209989CB9EE3}"/>
          </ac:spMkLst>
        </pc:spChg>
        <pc:spChg chg="add">
          <ac:chgData name="LINGALA BISHMA GOUD" userId="e51de9f13fc40c07" providerId="Windows Live" clId="Web-{E0060610-87AF-4590-9B05-8E6497AF04D8}" dt="2026-05-10T10:08:55.874" v="198"/>
          <ac:spMkLst>
            <pc:docMk/>
            <pc:sldMk cId="1020108407" sldId="261"/>
            <ac:spMk id="11" creationId="{A71EEC14-174A-46FA-B046-474750457130}"/>
          </ac:spMkLst>
        </pc:spChg>
        <pc:grpChg chg="add">
          <ac:chgData name="LINGALA BISHMA GOUD" userId="e51de9f13fc40c07" providerId="Windows Live" clId="Web-{E0060610-87AF-4590-9B05-8E6497AF04D8}" dt="2026-05-10T10:08:55.874" v="198"/>
          <ac:grpSpMkLst>
            <pc:docMk/>
            <pc:sldMk cId="1020108407" sldId="261"/>
            <ac:grpSpMk id="13" creationId="{EEB6CB95-E653-4C6C-AE51-62FD848E8D5B}"/>
          </ac:grpSpMkLst>
        </pc:grpChg>
        <pc:grpChg chg="add">
          <ac:chgData name="LINGALA BISHMA GOUD" userId="e51de9f13fc40c07" providerId="Windows Live" clId="Web-{E0060610-87AF-4590-9B05-8E6497AF04D8}" dt="2026-05-10T10:08:55.874" v="198"/>
          <ac:grpSpMkLst>
            <pc:docMk/>
            <pc:sldMk cId="1020108407" sldId="261"/>
            <ac:grpSpMk id="17" creationId="{43F5E015-E085-4624-B431-B42414448684}"/>
          </ac:grpSpMkLst>
        </pc:grpChg>
        <pc:graphicFrameChg chg="add">
          <ac:chgData name="LINGALA BISHMA GOUD" userId="e51de9f13fc40c07" providerId="Windows Live" clId="Web-{E0060610-87AF-4590-9B05-8E6497AF04D8}" dt="2026-05-10T10:08:55.874" v="198"/>
          <ac:graphicFrameMkLst>
            <pc:docMk/>
            <pc:sldMk cId="1020108407" sldId="261"/>
            <ac:graphicFrameMk id="5" creationId="{502C72C2-5524-BBA8-EB56-70BE3D692BF8}"/>
          </ac:graphicFrameMkLst>
        </pc:graphicFrameChg>
      </pc:sldChg>
      <pc:sldChg chg="addSp delSp modSp new">
        <pc:chgData name="LINGALA BISHMA GOUD" userId="e51de9f13fc40c07" providerId="Windows Live" clId="Web-{E0060610-87AF-4590-9B05-8E6497AF04D8}" dt="2026-05-10T10:09:14.374" v="199"/>
        <pc:sldMkLst>
          <pc:docMk/>
          <pc:sldMk cId="1523134754" sldId="262"/>
        </pc:sldMkLst>
        <pc:spChg chg="mod">
          <ac:chgData name="LINGALA BISHMA GOUD" userId="e51de9f13fc40c07" providerId="Windows Live" clId="Web-{E0060610-87AF-4590-9B05-8E6497AF04D8}" dt="2026-05-10T09:58:08.400" v="96" actId="20577"/>
          <ac:spMkLst>
            <pc:docMk/>
            <pc:sldMk cId="1523134754" sldId="262"/>
            <ac:spMk id="2" creationId="{AB9900DF-6F89-FB0E-AFE4-7742CAF178E3}"/>
          </ac:spMkLst>
        </pc:spChg>
        <pc:spChg chg="del mod">
          <ac:chgData name="LINGALA BISHMA GOUD" userId="e51de9f13fc40c07" providerId="Windows Live" clId="Web-{E0060610-87AF-4590-9B05-8E6497AF04D8}" dt="2026-05-10T10:09:14.374" v="199"/>
          <ac:spMkLst>
            <pc:docMk/>
            <pc:sldMk cId="1523134754" sldId="262"/>
            <ac:spMk id="3" creationId="{5E5C297F-F823-D26C-CD5F-91B6AE10FBCA}"/>
          </ac:spMkLst>
        </pc:spChg>
        <pc:graphicFrameChg chg="add">
          <ac:chgData name="LINGALA BISHMA GOUD" userId="e51de9f13fc40c07" providerId="Windows Live" clId="Web-{E0060610-87AF-4590-9B05-8E6497AF04D8}" dt="2026-05-10T10:09:14.374" v="199"/>
          <ac:graphicFrameMkLst>
            <pc:docMk/>
            <pc:sldMk cId="1523134754" sldId="262"/>
            <ac:graphicFrameMk id="5" creationId="{A3B0B7A8-D6EE-749D-FF9F-927EC67C187D}"/>
          </ac:graphicFrameMkLst>
        </pc:graphicFrameChg>
      </pc:sldChg>
      <pc:sldChg chg="addSp delSp modSp new mod setBg">
        <pc:chgData name="LINGALA BISHMA GOUD" userId="e51de9f13fc40c07" providerId="Windows Live" clId="Web-{E0060610-87AF-4590-9B05-8E6497AF04D8}" dt="2026-05-10T10:09:34" v="200"/>
        <pc:sldMkLst>
          <pc:docMk/>
          <pc:sldMk cId="1641483940" sldId="263"/>
        </pc:sldMkLst>
        <pc:spChg chg="mo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2" creationId="{C5FB59DB-EFAC-606F-A79C-411E6EAF74E2}"/>
          </ac:spMkLst>
        </pc:spChg>
        <pc:spChg chg="del mo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3" creationId="{8EBD6C0A-753C-065F-F05A-C2B65B155E15}"/>
          </ac:spMkLst>
        </pc:spChg>
        <pc:spChg chg="ad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9" creationId="{BACC6370-2D7E-4714-9D71-7542949D7D5D}"/>
          </ac:spMkLst>
        </pc:spChg>
        <pc:spChg chg="ad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11" creationId="{F68B3F68-107C-434F-AA38-110D5EA91B85}"/>
          </ac:spMkLst>
        </pc:spChg>
        <pc:spChg chg="ad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13" creationId="{AAD0DBB9-1A4B-4391-81D4-CB19F9AB918A}"/>
          </ac:spMkLst>
        </pc:spChg>
        <pc:spChg chg="add">
          <ac:chgData name="LINGALA BISHMA GOUD" userId="e51de9f13fc40c07" providerId="Windows Live" clId="Web-{E0060610-87AF-4590-9B05-8E6497AF04D8}" dt="2026-05-10T10:09:34" v="200"/>
          <ac:spMkLst>
            <pc:docMk/>
            <pc:sldMk cId="1641483940" sldId="263"/>
            <ac:spMk id="15" creationId="{063BBA22-50EA-4C4D-BE05-F1CE4E63AA56}"/>
          </ac:spMkLst>
        </pc:spChg>
        <pc:graphicFrameChg chg="add">
          <ac:chgData name="LINGALA BISHMA GOUD" userId="e51de9f13fc40c07" providerId="Windows Live" clId="Web-{E0060610-87AF-4590-9B05-8E6497AF04D8}" dt="2026-05-10T10:09:34" v="200"/>
          <ac:graphicFrameMkLst>
            <pc:docMk/>
            <pc:sldMk cId="1641483940" sldId="263"/>
            <ac:graphicFrameMk id="5" creationId="{AFC3AB81-A366-C4C2-8596-A5410A1C62CD}"/>
          </ac:graphicFrameMkLst>
        </pc:graphicFrameChg>
      </pc:sldChg>
      <pc:sldChg chg="addSp delSp modSp new mod setBg">
        <pc:chgData name="LINGALA BISHMA GOUD" userId="e51de9f13fc40c07" providerId="Windows Live" clId="Web-{E0060610-87AF-4590-9B05-8E6497AF04D8}" dt="2026-05-10T10:14:59.736" v="208"/>
        <pc:sldMkLst>
          <pc:docMk/>
          <pc:sldMk cId="3540975582" sldId="264"/>
        </pc:sldMkLst>
        <pc:spChg chg="mod">
          <ac:chgData name="LINGALA BISHMA GOUD" userId="e51de9f13fc40c07" providerId="Windows Live" clId="Web-{E0060610-87AF-4590-9B05-8E6497AF04D8}" dt="2026-05-10T10:14:59.736" v="208"/>
          <ac:spMkLst>
            <pc:docMk/>
            <pc:sldMk cId="3540975582" sldId="264"/>
            <ac:spMk id="2" creationId="{1049363F-D124-A85F-83EA-FAAF856F0D2E}"/>
          </ac:spMkLst>
        </pc:spChg>
        <pc:spChg chg="del">
          <ac:chgData name="LINGALA BISHMA GOUD" userId="e51de9f13fc40c07" providerId="Windows Live" clId="Web-{E0060610-87AF-4590-9B05-8E6497AF04D8}" dt="2026-05-10T10:14:21.189" v="202"/>
          <ac:spMkLst>
            <pc:docMk/>
            <pc:sldMk cId="3540975582" sldId="264"/>
            <ac:spMk id="3" creationId="{233A2BD7-0180-8ACC-2281-4D253422442D}"/>
          </ac:spMkLst>
        </pc:spChg>
        <pc:spChg chg="add">
          <ac:chgData name="LINGALA BISHMA GOUD" userId="e51de9f13fc40c07" providerId="Windows Live" clId="Web-{E0060610-87AF-4590-9B05-8E6497AF04D8}" dt="2026-05-10T10:14:59.736" v="208"/>
          <ac:spMkLst>
            <pc:docMk/>
            <pc:sldMk cId="3540975582" sldId="264"/>
            <ac:spMk id="11" creationId="{70155189-D96C-4527-B0EC-654B946BE615}"/>
          </ac:spMkLst>
        </pc:spChg>
        <pc:picChg chg="add mod ord">
          <ac:chgData name="LINGALA BISHMA GOUD" userId="e51de9f13fc40c07" providerId="Windows Live" clId="Web-{E0060610-87AF-4590-9B05-8E6497AF04D8}" dt="2026-05-10T10:14:59.736" v="208"/>
          <ac:picMkLst>
            <pc:docMk/>
            <pc:sldMk cId="3540975582" sldId="264"/>
            <ac:picMk id="4" creationId="{73E4342B-D333-A821-5B29-7689C6EADE7F}"/>
          </ac:picMkLst>
        </pc:picChg>
        <pc:picChg chg="add mod ord">
          <ac:chgData name="LINGALA BISHMA GOUD" userId="e51de9f13fc40c07" providerId="Windows Live" clId="Web-{E0060610-87AF-4590-9B05-8E6497AF04D8}" dt="2026-05-10T10:14:59.736" v="208"/>
          <ac:picMkLst>
            <pc:docMk/>
            <pc:sldMk cId="3540975582" sldId="264"/>
            <ac:picMk id="5" creationId="{03069272-7F36-3D2D-C9E0-5644A196FA3F}"/>
          </ac:picMkLst>
        </pc:picChg>
        <pc:picChg chg="add mod">
          <ac:chgData name="LINGALA BISHMA GOUD" userId="e51de9f13fc40c07" providerId="Windows Live" clId="Web-{E0060610-87AF-4590-9B05-8E6497AF04D8}" dt="2026-05-10T10:14:59.736" v="208"/>
          <ac:picMkLst>
            <pc:docMk/>
            <pc:sldMk cId="3540975582" sldId="264"/>
            <ac:picMk id="6" creationId="{74F6CAF3-872B-BA73-9F30-F09162CC211B}"/>
          </ac:picMkLst>
        </pc:picChg>
      </pc:sldChg>
      <pc:sldChg chg="addSp delSp modSp new mod setBg">
        <pc:chgData name="LINGALA BISHMA GOUD" userId="e51de9f13fc40c07" providerId="Windows Live" clId="Web-{E0060610-87AF-4590-9B05-8E6497AF04D8}" dt="2026-05-10T10:09:58.703" v="201"/>
        <pc:sldMkLst>
          <pc:docMk/>
          <pc:sldMk cId="1425503857" sldId="265"/>
        </pc:sldMkLst>
        <pc:spChg chg="mod">
          <ac:chgData name="LINGALA BISHMA GOUD" userId="e51de9f13fc40c07" providerId="Windows Live" clId="Web-{E0060610-87AF-4590-9B05-8E6497AF04D8}" dt="2026-05-10T10:09:58.703" v="201"/>
          <ac:spMkLst>
            <pc:docMk/>
            <pc:sldMk cId="1425503857" sldId="265"/>
            <ac:spMk id="2" creationId="{7506C274-4BD9-DEEA-60EF-3787B3B0DB78}"/>
          </ac:spMkLst>
        </pc:spChg>
        <pc:spChg chg="del mod">
          <ac:chgData name="LINGALA BISHMA GOUD" userId="e51de9f13fc40c07" providerId="Windows Live" clId="Web-{E0060610-87AF-4590-9B05-8E6497AF04D8}" dt="2026-05-10T10:09:58.703" v="201"/>
          <ac:spMkLst>
            <pc:docMk/>
            <pc:sldMk cId="1425503857" sldId="265"/>
            <ac:spMk id="3" creationId="{8A3C6897-DDA6-403A-1BDB-1B19441730EB}"/>
          </ac:spMkLst>
        </pc:spChg>
        <pc:spChg chg="add">
          <ac:chgData name="LINGALA BISHMA GOUD" userId="e51de9f13fc40c07" providerId="Windows Live" clId="Web-{E0060610-87AF-4590-9B05-8E6497AF04D8}" dt="2026-05-10T10:09:58.703" v="201"/>
          <ac:spMkLst>
            <pc:docMk/>
            <pc:sldMk cId="1425503857" sldId="265"/>
            <ac:spMk id="9" creationId="{56E9B3E6-E277-4D68-BA48-9CB43FFBD6E2}"/>
          </ac:spMkLst>
        </pc:spChg>
        <pc:spChg chg="add">
          <ac:chgData name="LINGALA BISHMA GOUD" userId="e51de9f13fc40c07" providerId="Windows Live" clId="Web-{E0060610-87AF-4590-9B05-8E6497AF04D8}" dt="2026-05-10T10:09:58.703" v="201"/>
          <ac:spMkLst>
            <pc:docMk/>
            <pc:sldMk cId="1425503857" sldId="265"/>
            <ac:spMk id="16" creationId="{D5B0017B-2ECA-49AF-B397-DC140825DF8D}"/>
          </ac:spMkLst>
        </pc:spChg>
        <pc:grpChg chg="add">
          <ac:chgData name="LINGALA BISHMA GOUD" userId="e51de9f13fc40c07" providerId="Windows Live" clId="Web-{E0060610-87AF-4590-9B05-8E6497AF04D8}" dt="2026-05-10T10:09:58.703" v="201"/>
          <ac:grpSpMkLst>
            <pc:docMk/>
            <pc:sldMk cId="1425503857" sldId="265"/>
            <ac:grpSpMk id="11" creationId="{AE1C45F0-260A-458C-96ED-C1F6D2151219}"/>
          </ac:grpSpMkLst>
        </pc:grpChg>
        <pc:graphicFrameChg chg="add">
          <ac:chgData name="LINGALA BISHMA GOUD" userId="e51de9f13fc40c07" providerId="Windows Live" clId="Web-{E0060610-87AF-4590-9B05-8E6497AF04D8}" dt="2026-05-10T10:09:58.703" v="201"/>
          <ac:graphicFrameMkLst>
            <pc:docMk/>
            <pc:sldMk cId="1425503857" sldId="265"/>
            <ac:graphicFrameMk id="5" creationId="{243FA8F5-FDE7-FACB-D810-DC513E89A800}"/>
          </ac:graphicFrameMkLst>
        </pc:graphicFrameChg>
        <pc:cxnChg chg="add">
          <ac:chgData name="LINGALA BISHMA GOUD" userId="e51de9f13fc40c07" providerId="Windows Live" clId="Web-{E0060610-87AF-4590-9B05-8E6497AF04D8}" dt="2026-05-10T10:09:58.703" v="201"/>
          <ac:cxnSpMkLst>
            <pc:docMk/>
            <pc:sldMk cId="1425503857" sldId="265"/>
            <ac:cxnSpMk id="18" creationId="{6CF1BAF6-AD41-4082-B212-8A1F9A2E8779}"/>
          </ac:cxnSpMkLst>
        </pc:cxnChg>
      </pc:sldChg>
      <pc:sldChg chg="addSp modSp new mod setBg setClrOvrMap">
        <pc:chgData name="LINGALA BISHMA GOUD" userId="e51de9f13fc40c07" providerId="Windows Live" clId="Web-{E0060610-87AF-4590-9B05-8E6497AF04D8}" dt="2026-05-10T10:15:53.392" v="209"/>
        <pc:sldMkLst>
          <pc:docMk/>
          <pc:sldMk cId="661053067" sldId="266"/>
        </pc:sldMkLst>
        <pc:spChg chg="mod">
          <ac:chgData name="LINGALA BISHMA GOUD" userId="e51de9f13fc40c07" providerId="Windows Live" clId="Web-{E0060610-87AF-4590-9B05-8E6497AF04D8}" dt="2026-05-10T10:15:53.392" v="209"/>
          <ac:spMkLst>
            <pc:docMk/>
            <pc:sldMk cId="661053067" sldId="266"/>
            <ac:spMk id="2" creationId="{992A471F-DAED-10B0-0538-31EC010098E3}"/>
          </ac:spMkLst>
        </pc:spChg>
        <pc:spChg chg="mod">
          <ac:chgData name="LINGALA BISHMA GOUD" userId="e51de9f13fc40c07" providerId="Windows Live" clId="Web-{E0060610-87AF-4590-9B05-8E6497AF04D8}" dt="2026-05-10T10:15:53.392" v="209"/>
          <ac:spMkLst>
            <pc:docMk/>
            <pc:sldMk cId="661053067" sldId="266"/>
            <ac:spMk id="3" creationId="{BF4E7F8E-D72C-ADA9-45E3-AE314D25BE00}"/>
          </ac:spMkLst>
        </pc:spChg>
        <pc:spChg chg="add">
          <ac:chgData name="LINGALA BISHMA GOUD" userId="e51de9f13fc40c07" providerId="Windows Live" clId="Web-{E0060610-87AF-4590-9B05-8E6497AF04D8}" dt="2026-05-10T10:15:53.392" v="209"/>
          <ac:spMkLst>
            <pc:docMk/>
            <pc:sldMk cId="661053067" sldId="266"/>
            <ac:spMk id="9" creationId="{71B2258F-86CA-4D4D-8270-BC05FCDEBFB3}"/>
          </ac:spMkLst>
        </pc:spChg>
        <pc:picChg chg="add">
          <ac:chgData name="LINGALA BISHMA GOUD" userId="e51de9f13fc40c07" providerId="Windows Live" clId="Web-{E0060610-87AF-4590-9B05-8E6497AF04D8}" dt="2026-05-10T10:15:53.392" v="209"/>
          <ac:picMkLst>
            <pc:docMk/>
            <pc:sldMk cId="661053067" sldId="266"/>
            <ac:picMk id="5" creationId="{74D5B07B-9DA0-9EA6-90E1-C2BA035186C9}"/>
          </ac:picMkLst>
        </pc:picChg>
      </pc:sldChg>
      <pc:sldChg chg="modSp new del">
        <pc:chgData name="LINGALA BISHMA GOUD" userId="e51de9f13fc40c07" providerId="Windows Live" clId="Web-{E0060610-87AF-4590-9B05-8E6497AF04D8}" dt="2026-05-10T10:00:34.369" v="122"/>
        <pc:sldMkLst>
          <pc:docMk/>
          <pc:sldMk cId="3897959722" sldId="266"/>
        </pc:sldMkLst>
        <pc:spChg chg="mod">
          <ac:chgData name="LINGALA BISHMA GOUD" userId="e51de9f13fc40c07" providerId="Windows Live" clId="Web-{E0060610-87AF-4590-9B05-8E6497AF04D8}" dt="2026-05-10T10:00:21.744" v="121" actId="20577"/>
          <ac:spMkLst>
            <pc:docMk/>
            <pc:sldMk cId="3897959722" sldId="266"/>
            <ac:spMk id="2" creationId="{E769B916-9B33-DE54-13FA-3CED25B6744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.svg"/><Relationship Id="rId1" Type="http://schemas.openxmlformats.org/officeDocument/2006/relationships/image" Target="../media/image26.sv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.svg"/><Relationship Id="rId1" Type="http://schemas.openxmlformats.org/officeDocument/2006/relationships/image" Target="../media/image26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7C392-EA6B-443B-9DAD-9723383EE67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92F561-2367-4A18-9FE2-00B4F4F76BCE}">
      <dgm:prSet/>
      <dgm:spPr/>
      <dgm:t>
        <a:bodyPr/>
        <a:lstStyle/>
        <a:p>
          <a:pPr>
            <a:defRPr cap="all"/>
          </a:pPr>
          <a:r>
            <a:rPr lang="en-US"/>
            <a:t>A full-stack AI-driven hiring intelligence web application.</a:t>
          </a:r>
        </a:p>
      </dgm:t>
    </dgm:pt>
    <dgm:pt modelId="{B1600078-AABC-4323-8C07-95855DDB207F}" type="parTrans" cxnId="{E613B03B-7452-4A0E-ABC7-D188442985EB}">
      <dgm:prSet/>
      <dgm:spPr/>
      <dgm:t>
        <a:bodyPr/>
        <a:lstStyle/>
        <a:p>
          <a:endParaRPr lang="en-US"/>
        </a:p>
      </dgm:t>
    </dgm:pt>
    <dgm:pt modelId="{EC59E553-CBD6-4392-A51D-5B9A31CEF055}" type="sibTrans" cxnId="{E613B03B-7452-4A0E-ABC7-D188442985EB}">
      <dgm:prSet/>
      <dgm:spPr/>
      <dgm:t>
        <a:bodyPr/>
        <a:lstStyle/>
        <a:p>
          <a:endParaRPr lang="en-US"/>
        </a:p>
      </dgm:t>
    </dgm:pt>
    <dgm:pt modelId="{3E06913A-FEFC-4B75-BDF8-5FE84097623F}">
      <dgm:prSet/>
      <dgm:spPr/>
      <dgm:t>
        <a:bodyPr/>
        <a:lstStyle/>
        <a:p>
          <a:pPr>
            <a:defRPr cap="all"/>
          </a:pPr>
          <a:r>
            <a:rPr lang="en-US"/>
            <a:t>Automates the extraction and analysis of job market trends.</a:t>
          </a:r>
        </a:p>
      </dgm:t>
    </dgm:pt>
    <dgm:pt modelId="{8BC040BD-7B23-4CC9-8E6A-DF4472230964}" type="parTrans" cxnId="{0652A254-5D42-4D7C-ACB1-010B3CB9B88F}">
      <dgm:prSet/>
      <dgm:spPr/>
      <dgm:t>
        <a:bodyPr/>
        <a:lstStyle/>
        <a:p>
          <a:endParaRPr lang="en-US"/>
        </a:p>
      </dgm:t>
    </dgm:pt>
    <dgm:pt modelId="{F624C484-11EA-4DB0-A114-7BCFD8ECFC5D}" type="sibTrans" cxnId="{0652A254-5D42-4D7C-ACB1-010B3CB9B88F}">
      <dgm:prSet/>
      <dgm:spPr/>
      <dgm:t>
        <a:bodyPr/>
        <a:lstStyle/>
        <a:p>
          <a:endParaRPr lang="en-US"/>
        </a:p>
      </dgm:t>
    </dgm:pt>
    <dgm:pt modelId="{51F4ECAE-BBAF-43C1-9D21-5D7BC86B1688}">
      <dgm:prSet/>
      <dgm:spPr/>
      <dgm:t>
        <a:bodyPr/>
        <a:lstStyle/>
        <a:p>
          <a:pPr>
            <a:defRPr cap="all"/>
          </a:pPr>
          <a:r>
            <a:rPr lang="en-US"/>
            <a:t>Scrapes raw job data and uses Google Gemini AI for structured NLP analysis.</a:t>
          </a:r>
        </a:p>
      </dgm:t>
    </dgm:pt>
    <dgm:pt modelId="{DACB276B-63EF-4384-83AD-811F4D7BC9D7}" type="parTrans" cxnId="{980356C9-C6D5-4865-B44E-189099D498D9}">
      <dgm:prSet/>
      <dgm:spPr/>
      <dgm:t>
        <a:bodyPr/>
        <a:lstStyle/>
        <a:p>
          <a:endParaRPr lang="en-US"/>
        </a:p>
      </dgm:t>
    </dgm:pt>
    <dgm:pt modelId="{46B1F8E0-798B-49A6-9719-B5B0FA7A0EE6}" type="sibTrans" cxnId="{980356C9-C6D5-4865-B44E-189099D498D9}">
      <dgm:prSet/>
      <dgm:spPr/>
      <dgm:t>
        <a:bodyPr/>
        <a:lstStyle/>
        <a:p>
          <a:endParaRPr lang="en-US"/>
        </a:p>
      </dgm:t>
    </dgm:pt>
    <dgm:pt modelId="{17622137-183A-4699-82AA-702C9A2080E5}">
      <dgm:prSet/>
      <dgm:spPr/>
      <dgm:t>
        <a:bodyPr/>
        <a:lstStyle/>
        <a:p>
          <a:pPr>
            <a:defRPr cap="all"/>
          </a:pPr>
          <a:r>
            <a:rPr lang="en-US"/>
            <a:t>Provides recruiters with a dynamic 3D-inspired analytics dashboard.</a:t>
          </a:r>
        </a:p>
      </dgm:t>
    </dgm:pt>
    <dgm:pt modelId="{E23264A8-C089-4BA0-B110-5B62B48B5EDA}" type="parTrans" cxnId="{EA044A01-2117-4EEB-AF7B-2C452026CEA7}">
      <dgm:prSet/>
      <dgm:spPr/>
      <dgm:t>
        <a:bodyPr/>
        <a:lstStyle/>
        <a:p>
          <a:endParaRPr lang="en-US"/>
        </a:p>
      </dgm:t>
    </dgm:pt>
    <dgm:pt modelId="{70BBBF24-0D2A-4BA1-96FE-4E3CC9CAE4C5}" type="sibTrans" cxnId="{EA044A01-2117-4EEB-AF7B-2C452026CEA7}">
      <dgm:prSet/>
      <dgm:spPr/>
      <dgm:t>
        <a:bodyPr/>
        <a:lstStyle/>
        <a:p>
          <a:endParaRPr lang="en-US"/>
        </a:p>
      </dgm:t>
    </dgm:pt>
    <dgm:pt modelId="{C18D30F6-F05E-4D9E-BF60-B58D81F302D4}" type="pres">
      <dgm:prSet presAssocID="{E127C392-EA6B-443B-9DAD-9723383EE673}" presName="root" presStyleCnt="0">
        <dgm:presLayoutVars>
          <dgm:dir/>
          <dgm:resizeHandles val="exact"/>
        </dgm:presLayoutVars>
      </dgm:prSet>
      <dgm:spPr/>
    </dgm:pt>
    <dgm:pt modelId="{BD4EEB97-4403-4635-AA6F-BEEED5A87BAB}" type="pres">
      <dgm:prSet presAssocID="{DB92F561-2367-4A18-9FE2-00B4F4F76BCE}" presName="compNode" presStyleCnt="0"/>
      <dgm:spPr/>
    </dgm:pt>
    <dgm:pt modelId="{5CDB4680-4CD3-4D65-BFE8-ACB1CF81700F}" type="pres">
      <dgm:prSet presAssocID="{DB92F561-2367-4A18-9FE2-00B4F4F76BC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2AFCA72-F509-4CE4-889C-609103469B09}" type="pres">
      <dgm:prSet presAssocID="{DB92F561-2367-4A18-9FE2-00B4F4F76BC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BABA846-F449-404C-BCCA-69C169E3713A}" type="pres">
      <dgm:prSet presAssocID="{DB92F561-2367-4A18-9FE2-00B4F4F76BCE}" presName="spaceRect" presStyleCnt="0"/>
      <dgm:spPr/>
    </dgm:pt>
    <dgm:pt modelId="{6CEFA432-CC4E-4C32-8D74-0E4FAFCF82F3}" type="pres">
      <dgm:prSet presAssocID="{DB92F561-2367-4A18-9FE2-00B4F4F76BCE}" presName="textRect" presStyleLbl="revTx" presStyleIdx="0" presStyleCnt="4">
        <dgm:presLayoutVars>
          <dgm:chMax val="1"/>
          <dgm:chPref val="1"/>
        </dgm:presLayoutVars>
      </dgm:prSet>
      <dgm:spPr/>
    </dgm:pt>
    <dgm:pt modelId="{9D6E27FF-2C63-4BED-9D31-C61E3523AF22}" type="pres">
      <dgm:prSet presAssocID="{EC59E553-CBD6-4392-A51D-5B9A31CEF055}" presName="sibTrans" presStyleCnt="0"/>
      <dgm:spPr/>
    </dgm:pt>
    <dgm:pt modelId="{F8CF51BC-5EBA-49DC-A87A-665119CA68AD}" type="pres">
      <dgm:prSet presAssocID="{3E06913A-FEFC-4B75-BDF8-5FE84097623F}" presName="compNode" presStyleCnt="0"/>
      <dgm:spPr/>
    </dgm:pt>
    <dgm:pt modelId="{94EDB7CB-02BD-4332-BEA2-CDE4FCB084A8}" type="pres">
      <dgm:prSet presAssocID="{3E06913A-FEFC-4B75-BDF8-5FE84097623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2C4F32-37D7-4939-B93A-D8B6FA523401}" type="pres">
      <dgm:prSet presAssocID="{3E06913A-FEFC-4B75-BDF8-5FE84097623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92DEE88-ABF9-4AD6-BA6F-7B5881992876}" type="pres">
      <dgm:prSet presAssocID="{3E06913A-FEFC-4B75-BDF8-5FE84097623F}" presName="spaceRect" presStyleCnt="0"/>
      <dgm:spPr/>
    </dgm:pt>
    <dgm:pt modelId="{A59C3882-74D0-4F66-8010-270DF64E58EA}" type="pres">
      <dgm:prSet presAssocID="{3E06913A-FEFC-4B75-BDF8-5FE84097623F}" presName="textRect" presStyleLbl="revTx" presStyleIdx="1" presStyleCnt="4">
        <dgm:presLayoutVars>
          <dgm:chMax val="1"/>
          <dgm:chPref val="1"/>
        </dgm:presLayoutVars>
      </dgm:prSet>
      <dgm:spPr/>
    </dgm:pt>
    <dgm:pt modelId="{73616168-7576-4278-BF62-63B7EC33ED28}" type="pres">
      <dgm:prSet presAssocID="{F624C484-11EA-4DB0-A114-7BCFD8ECFC5D}" presName="sibTrans" presStyleCnt="0"/>
      <dgm:spPr/>
    </dgm:pt>
    <dgm:pt modelId="{3C7130A5-1AAD-474C-BBB9-CDC39EFC7965}" type="pres">
      <dgm:prSet presAssocID="{51F4ECAE-BBAF-43C1-9D21-5D7BC86B1688}" presName="compNode" presStyleCnt="0"/>
      <dgm:spPr/>
    </dgm:pt>
    <dgm:pt modelId="{2B4D90E3-FFB2-438F-AF8D-5F8A235C5940}" type="pres">
      <dgm:prSet presAssocID="{51F4ECAE-BBAF-43C1-9D21-5D7BC86B168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A96688D-22DD-4ED4-9B75-FA695A9A494F}" type="pres">
      <dgm:prSet presAssocID="{51F4ECAE-BBAF-43C1-9D21-5D7BC86B168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5A049AC-C28C-4516-91E4-043227628DFD}" type="pres">
      <dgm:prSet presAssocID="{51F4ECAE-BBAF-43C1-9D21-5D7BC86B1688}" presName="spaceRect" presStyleCnt="0"/>
      <dgm:spPr/>
    </dgm:pt>
    <dgm:pt modelId="{ADFC2EDE-6D4E-476F-9EAE-4905C6E4530B}" type="pres">
      <dgm:prSet presAssocID="{51F4ECAE-BBAF-43C1-9D21-5D7BC86B1688}" presName="textRect" presStyleLbl="revTx" presStyleIdx="2" presStyleCnt="4">
        <dgm:presLayoutVars>
          <dgm:chMax val="1"/>
          <dgm:chPref val="1"/>
        </dgm:presLayoutVars>
      </dgm:prSet>
      <dgm:spPr/>
    </dgm:pt>
    <dgm:pt modelId="{AFE12EB5-B12E-497F-9B4F-B33547C8BC9C}" type="pres">
      <dgm:prSet presAssocID="{46B1F8E0-798B-49A6-9719-B5B0FA7A0EE6}" presName="sibTrans" presStyleCnt="0"/>
      <dgm:spPr/>
    </dgm:pt>
    <dgm:pt modelId="{12FE2D65-2AC7-4574-9888-1C04D72CA617}" type="pres">
      <dgm:prSet presAssocID="{17622137-183A-4699-82AA-702C9A2080E5}" presName="compNode" presStyleCnt="0"/>
      <dgm:spPr/>
    </dgm:pt>
    <dgm:pt modelId="{5831F0BC-A10A-4691-B890-2519D86AA35E}" type="pres">
      <dgm:prSet presAssocID="{17622137-183A-4699-82AA-702C9A2080E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C7CD03F-AF3A-4B7E-BA0F-ACC63C204CD6}" type="pres">
      <dgm:prSet presAssocID="{17622137-183A-4699-82AA-702C9A2080E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1E082FB-0CF0-4995-905A-3DA893195762}" type="pres">
      <dgm:prSet presAssocID="{17622137-183A-4699-82AA-702C9A2080E5}" presName="spaceRect" presStyleCnt="0"/>
      <dgm:spPr/>
    </dgm:pt>
    <dgm:pt modelId="{6A8EAE1A-61C9-4E2E-B543-915BDCCA09B6}" type="pres">
      <dgm:prSet presAssocID="{17622137-183A-4699-82AA-702C9A2080E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A044A01-2117-4EEB-AF7B-2C452026CEA7}" srcId="{E127C392-EA6B-443B-9DAD-9723383EE673}" destId="{17622137-183A-4699-82AA-702C9A2080E5}" srcOrd="3" destOrd="0" parTransId="{E23264A8-C089-4BA0-B110-5B62B48B5EDA}" sibTransId="{70BBBF24-0D2A-4BA1-96FE-4E3CC9CAE4C5}"/>
    <dgm:cxn modelId="{E613B03B-7452-4A0E-ABC7-D188442985EB}" srcId="{E127C392-EA6B-443B-9DAD-9723383EE673}" destId="{DB92F561-2367-4A18-9FE2-00B4F4F76BCE}" srcOrd="0" destOrd="0" parTransId="{B1600078-AABC-4323-8C07-95855DDB207F}" sibTransId="{EC59E553-CBD6-4392-A51D-5B9A31CEF055}"/>
    <dgm:cxn modelId="{E428E846-ABA1-45C8-B9AE-E4D7EA7CC74E}" type="presOf" srcId="{17622137-183A-4699-82AA-702C9A2080E5}" destId="{6A8EAE1A-61C9-4E2E-B543-915BDCCA09B6}" srcOrd="0" destOrd="0" presId="urn:microsoft.com/office/officeart/2018/5/layout/IconLeafLabelList"/>
    <dgm:cxn modelId="{B296816D-27A4-4136-BC74-D425DC56A045}" type="presOf" srcId="{DB92F561-2367-4A18-9FE2-00B4F4F76BCE}" destId="{6CEFA432-CC4E-4C32-8D74-0E4FAFCF82F3}" srcOrd="0" destOrd="0" presId="urn:microsoft.com/office/officeart/2018/5/layout/IconLeafLabelList"/>
    <dgm:cxn modelId="{0652A254-5D42-4D7C-ACB1-010B3CB9B88F}" srcId="{E127C392-EA6B-443B-9DAD-9723383EE673}" destId="{3E06913A-FEFC-4B75-BDF8-5FE84097623F}" srcOrd="1" destOrd="0" parTransId="{8BC040BD-7B23-4CC9-8E6A-DF4472230964}" sibTransId="{F624C484-11EA-4DB0-A114-7BCFD8ECFC5D}"/>
    <dgm:cxn modelId="{A2609F96-3FB5-468F-ABFE-40352A0E2E43}" type="presOf" srcId="{51F4ECAE-BBAF-43C1-9D21-5D7BC86B1688}" destId="{ADFC2EDE-6D4E-476F-9EAE-4905C6E4530B}" srcOrd="0" destOrd="0" presId="urn:microsoft.com/office/officeart/2018/5/layout/IconLeafLabelList"/>
    <dgm:cxn modelId="{405715A9-2350-47F0-A4E1-3D66E52DA3DD}" type="presOf" srcId="{3E06913A-FEFC-4B75-BDF8-5FE84097623F}" destId="{A59C3882-74D0-4F66-8010-270DF64E58EA}" srcOrd="0" destOrd="0" presId="urn:microsoft.com/office/officeart/2018/5/layout/IconLeafLabelList"/>
    <dgm:cxn modelId="{980356C9-C6D5-4865-B44E-189099D498D9}" srcId="{E127C392-EA6B-443B-9DAD-9723383EE673}" destId="{51F4ECAE-BBAF-43C1-9D21-5D7BC86B1688}" srcOrd="2" destOrd="0" parTransId="{DACB276B-63EF-4384-83AD-811F4D7BC9D7}" sibTransId="{46B1F8E0-798B-49A6-9719-B5B0FA7A0EE6}"/>
    <dgm:cxn modelId="{1D080ECA-1DBC-4335-8C69-CB1708C70488}" type="presOf" srcId="{E127C392-EA6B-443B-9DAD-9723383EE673}" destId="{C18D30F6-F05E-4D9E-BF60-B58D81F302D4}" srcOrd="0" destOrd="0" presId="urn:microsoft.com/office/officeart/2018/5/layout/IconLeafLabelList"/>
    <dgm:cxn modelId="{4775BF4E-A2C1-4853-9635-01436A83CF22}" type="presParOf" srcId="{C18D30F6-F05E-4D9E-BF60-B58D81F302D4}" destId="{BD4EEB97-4403-4635-AA6F-BEEED5A87BAB}" srcOrd="0" destOrd="0" presId="urn:microsoft.com/office/officeart/2018/5/layout/IconLeafLabelList"/>
    <dgm:cxn modelId="{46213AB6-FBDE-4EFF-88A2-3635BC81842B}" type="presParOf" srcId="{BD4EEB97-4403-4635-AA6F-BEEED5A87BAB}" destId="{5CDB4680-4CD3-4D65-BFE8-ACB1CF81700F}" srcOrd="0" destOrd="0" presId="urn:microsoft.com/office/officeart/2018/5/layout/IconLeafLabelList"/>
    <dgm:cxn modelId="{4245486B-62F6-4D51-89A8-16E4D6CA290E}" type="presParOf" srcId="{BD4EEB97-4403-4635-AA6F-BEEED5A87BAB}" destId="{E2AFCA72-F509-4CE4-889C-609103469B09}" srcOrd="1" destOrd="0" presId="urn:microsoft.com/office/officeart/2018/5/layout/IconLeafLabelList"/>
    <dgm:cxn modelId="{7CD0800D-880C-4B88-8C93-52B84256905C}" type="presParOf" srcId="{BD4EEB97-4403-4635-AA6F-BEEED5A87BAB}" destId="{BBABA846-F449-404C-BCCA-69C169E3713A}" srcOrd="2" destOrd="0" presId="urn:microsoft.com/office/officeart/2018/5/layout/IconLeafLabelList"/>
    <dgm:cxn modelId="{664D4ABF-2328-4B59-B83F-6B00BE2B2D15}" type="presParOf" srcId="{BD4EEB97-4403-4635-AA6F-BEEED5A87BAB}" destId="{6CEFA432-CC4E-4C32-8D74-0E4FAFCF82F3}" srcOrd="3" destOrd="0" presId="urn:microsoft.com/office/officeart/2018/5/layout/IconLeafLabelList"/>
    <dgm:cxn modelId="{6A0C5FDA-3634-45B4-809C-DC136A9F2C7C}" type="presParOf" srcId="{C18D30F6-F05E-4D9E-BF60-B58D81F302D4}" destId="{9D6E27FF-2C63-4BED-9D31-C61E3523AF22}" srcOrd="1" destOrd="0" presId="urn:microsoft.com/office/officeart/2018/5/layout/IconLeafLabelList"/>
    <dgm:cxn modelId="{A1096796-0117-43FF-AA5C-E92435E91A5D}" type="presParOf" srcId="{C18D30F6-F05E-4D9E-BF60-B58D81F302D4}" destId="{F8CF51BC-5EBA-49DC-A87A-665119CA68AD}" srcOrd="2" destOrd="0" presId="urn:microsoft.com/office/officeart/2018/5/layout/IconLeafLabelList"/>
    <dgm:cxn modelId="{A1A33863-C040-417B-AE1F-D9321B5570B9}" type="presParOf" srcId="{F8CF51BC-5EBA-49DC-A87A-665119CA68AD}" destId="{94EDB7CB-02BD-4332-BEA2-CDE4FCB084A8}" srcOrd="0" destOrd="0" presId="urn:microsoft.com/office/officeart/2018/5/layout/IconLeafLabelList"/>
    <dgm:cxn modelId="{018DEEFE-1050-4C2C-AD4D-F5F580A0621D}" type="presParOf" srcId="{F8CF51BC-5EBA-49DC-A87A-665119CA68AD}" destId="{F92C4F32-37D7-4939-B93A-D8B6FA523401}" srcOrd="1" destOrd="0" presId="urn:microsoft.com/office/officeart/2018/5/layout/IconLeafLabelList"/>
    <dgm:cxn modelId="{6D71A6FC-EB77-4555-9405-641306B169F0}" type="presParOf" srcId="{F8CF51BC-5EBA-49DC-A87A-665119CA68AD}" destId="{E92DEE88-ABF9-4AD6-BA6F-7B5881992876}" srcOrd="2" destOrd="0" presId="urn:microsoft.com/office/officeart/2018/5/layout/IconLeafLabelList"/>
    <dgm:cxn modelId="{122DC484-9FFC-4410-9A3F-9B28AF7FDC5E}" type="presParOf" srcId="{F8CF51BC-5EBA-49DC-A87A-665119CA68AD}" destId="{A59C3882-74D0-4F66-8010-270DF64E58EA}" srcOrd="3" destOrd="0" presId="urn:microsoft.com/office/officeart/2018/5/layout/IconLeafLabelList"/>
    <dgm:cxn modelId="{3FDE5020-63E6-48D7-9203-6EA0AD949B04}" type="presParOf" srcId="{C18D30F6-F05E-4D9E-BF60-B58D81F302D4}" destId="{73616168-7576-4278-BF62-63B7EC33ED28}" srcOrd="3" destOrd="0" presId="urn:microsoft.com/office/officeart/2018/5/layout/IconLeafLabelList"/>
    <dgm:cxn modelId="{F9883982-0CEF-4D00-AA6C-320DEEF464B4}" type="presParOf" srcId="{C18D30F6-F05E-4D9E-BF60-B58D81F302D4}" destId="{3C7130A5-1AAD-474C-BBB9-CDC39EFC7965}" srcOrd="4" destOrd="0" presId="urn:microsoft.com/office/officeart/2018/5/layout/IconLeafLabelList"/>
    <dgm:cxn modelId="{C951CE5E-BDE6-4C09-9ED0-D7E2C86AB12E}" type="presParOf" srcId="{3C7130A5-1AAD-474C-BBB9-CDC39EFC7965}" destId="{2B4D90E3-FFB2-438F-AF8D-5F8A235C5940}" srcOrd="0" destOrd="0" presId="urn:microsoft.com/office/officeart/2018/5/layout/IconLeafLabelList"/>
    <dgm:cxn modelId="{24CCC098-9D36-44A9-8805-7F467941CD68}" type="presParOf" srcId="{3C7130A5-1AAD-474C-BBB9-CDC39EFC7965}" destId="{4A96688D-22DD-4ED4-9B75-FA695A9A494F}" srcOrd="1" destOrd="0" presId="urn:microsoft.com/office/officeart/2018/5/layout/IconLeafLabelList"/>
    <dgm:cxn modelId="{8DD0C7FF-AF1F-4AB5-A7FA-01C8A5775DCD}" type="presParOf" srcId="{3C7130A5-1AAD-474C-BBB9-CDC39EFC7965}" destId="{55A049AC-C28C-4516-91E4-043227628DFD}" srcOrd="2" destOrd="0" presId="urn:microsoft.com/office/officeart/2018/5/layout/IconLeafLabelList"/>
    <dgm:cxn modelId="{45A8877F-C24B-4568-8F2C-5F8C29830238}" type="presParOf" srcId="{3C7130A5-1AAD-474C-BBB9-CDC39EFC7965}" destId="{ADFC2EDE-6D4E-476F-9EAE-4905C6E4530B}" srcOrd="3" destOrd="0" presId="urn:microsoft.com/office/officeart/2018/5/layout/IconLeafLabelList"/>
    <dgm:cxn modelId="{75C4C52C-7EA7-44DB-9CE6-75A56C9F6EFE}" type="presParOf" srcId="{C18D30F6-F05E-4D9E-BF60-B58D81F302D4}" destId="{AFE12EB5-B12E-497F-9B4F-B33547C8BC9C}" srcOrd="5" destOrd="0" presId="urn:microsoft.com/office/officeart/2018/5/layout/IconLeafLabelList"/>
    <dgm:cxn modelId="{E3651C9F-AF5D-4931-9699-DC734F650F9A}" type="presParOf" srcId="{C18D30F6-F05E-4D9E-BF60-B58D81F302D4}" destId="{12FE2D65-2AC7-4574-9888-1C04D72CA617}" srcOrd="6" destOrd="0" presId="urn:microsoft.com/office/officeart/2018/5/layout/IconLeafLabelList"/>
    <dgm:cxn modelId="{D0558884-BE7D-4ACD-B2EC-D8132914272B}" type="presParOf" srcId="{12FE2D65-2AC7-4574-9888-1C04D72CA617}" destId="{5831F0BC-A10A-4691-B890-2519D86AA35E}" srcOrd="0" destOrd="0" presId="urn:microsoft.com/office/officeart/2018/5/layout/IconLeafLabelList"/>
    <dgm:cxn modelId="{02FDB42C-050F-4725-9289-EDEAC37D8595}" type="presParOf" srcId="{12FE2D65-2AC7-4574-9888-1C04D72CA617}" destId="{8C7CD03F-AF3A-4B7E-BA0F-ACC63C204CD6}" srcOrd="1" destOrd="0" presId="urn:microsoft.com/office/officeart/2018/5/layout/IconLeafLabelList"/>
    <dgm:cxn modelId="{CFC851C8-6E52-4EA9-BE81-B214CA32D73B}" type="presParOf" srcId="{12FE2D65-2AC7-4574-9888-1C04D72CA617}" destId="{21E082FB-0CF0-4995-905A-3DA893195762}" srcOrd="2" destOrd="0" presId="urn:microsoft.com/office/officeart/2018/5/layout/IconLeafLabelList"/>
    <dgm:cxn modelId="{2E4D2369-9633-4ED5-A555-E46CE2AE6118}" type="presParOf" srcId="{12FE2D65-2AC7-4574-9888-1C04D72CA617}" destId="{6A8EAE1A-61C9-4E2E-B543-915BDCCA09B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982D27-18FB-4724-9311-7AE77C3EDA4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40524AD-81E4-4B42-A5A5-CAFD804E6B85}">
      <dgm:prSet/>
      <dgm:spPr/>
      <dgm:t>
        <a:bodyPr/>
        <a:lstStyle/>
        <a:p>
          <a:r>
            <a:rPr lang="en-US"/>
            <a:t>Manual collection of job market data is slow and inefficient.</a:t>
          </a:r>
        </a:p>
      </dgm:t>
    </dgm:pt>
    <dgm:pt modelId="{2FDFD6C7-9EB9-4695-9822-D7014E2F6E95}" type="parTrans" cxnId="{2DA89BD7-564D-4047-9EB4-5C79BF03ED46}">
      <dgm:prSet/>
      <dgm:spPr/>
      <dgm:t>
        <a:bodyPr/>
        <a:lstStyle/>
        <a:p>
          <a:endParaRPr lang="en-US"/>
        </a:p>
      </dgm:t>
    </dgm:pt>
    <dgm:pt modelId="{B1DC6B7D-A200-4BBB-A36B-7459CA22225E}" type="sibTrans" cxnId="{2DA89BD7-564D-4047-9EB4-5C79BF03ED46}">
      <dgm:prSet/>
      <dgm:spPr/>
      <dgm:t>
        <a:bodyPr/>
        <a:lstStyle/>
        <a:p>
          <a:endParaRPr lang="en-US"/>
        </a:p>
      </dgm:t>
    </dgm:pt>
    <dgm:pt modelId="{A92DAC8F-4E1A-4AC3-AA2C-75695EE96DF9}">
      <dgm:prSet/>
      <dgm:spPr/>
      <dgm:t>
        <a:bodyPr/>
        <a:lstStyle/>
        <a:p>
          <a:r>
            <a:rPr lang="en-US"/>
            <a:t>Hard to track competitor hiring trends in real-time.</a:t>
          </a:r>
        </a:p>
      </dgm:t>
    </dgm:pt>
    <dgm:pt modelId="{B1296D4A-B575-4A5E-9E70-939FFBE9E9E6}" type="parTrans" cxnId="{1948FA28-42E6-41C0-9721-AADF1A1A439D}">
      <dgm:prSet/>
      <dgm:spPr/>
      <dgm:t>
        <a:bodyPr/>
        <a:lstStyle/>
        <a:p>
          <a:endParaRPr lang="en-US"/>
        </a:p>
      </dgm:t>
    </dgm:pt>
    <dgm:pt modelId="{6CF5C013-EF5D-465C-974F-2C0C1A39955D}" type="sibTrans" cxnId="{1948FA28-42E6-41C0-9721-AADF1A1A439D}">
      <dgm:prSet/>
      <dgm:spPr/>
      <dgm:t>
        <a:bodyPr/>
        <a:lstStyle/>
        <a:p>
          <a:endParaRPr lang="en-US"/>
        </a:p>
      </dgm:t>
    </dgm:pt>
    <dgm:pt modelId="{D0020F6E-F0B2-4880-AB29-525757B7B52D}">
      <dgm:prSet/>
      <dgm:spPr/>
      <dgm:t>
        <a:bodyPr/>
        <a:lstStyle/>
        <a:p>
          <a:r>
            <a:rPr lang="en-US"/>
            <a:t>Identifying highly demanded skills requires reading hundreds of descriptions.</a:t>
          </a:r>
        </a:p>
      </dgm:t>
    </dgm:pt>
    <dgm:pt modelId="{E1653EA3-D8ED-4F77-AA75-4B709F880FA6}" type="parTrans" cxnId="{8F001FB2-917B-43FB-8AD5-EDF78F48BA52}">
      <dgm:prSet/>
      <dgm:spPr/>
      <dgm:t>
        <a:bodyPr/>
        <a:lstStyle/>
        <a:p>
          <a:endParaRPr lang="en-US"/>
        </a:p>
      </dgm:t>
    </dgm:pt>
    <dgm:pt modelId="{A4F007E8-14DE-474E-8631-A788E48A8342}" type="sibTrans" cxnId="{8F001FB2-917B-43FB-8AD5-EDF78F48BA52}">
      <dgm:prSet/>
      <dgm:spPr/>
      <dgm:t>
        <a:bodyPr/>
        <a:lstStyle/>
        <a:p>
          <a:endParaRPr lang="en-US"/>
        </a:p>
      </dgm:t>
    </dgm:pt>
    <dgm:pt modelId="{8C0CF362-5672-4953-ADC9-9B0A4CB91C22}">
      <dgm:prSet/>
      <dgm:spPr/>
      <dgm:t>
        <a:bodyPr/>
        <a:lstStyle/>
        <a:p>
          <a:r>
            <a:rPr lang="en-US"/>
            <a:t>Solution: An automated scraper + AI analysis pipeline to generate instant insights.</a:t>
          </a:r>
        </a:p>
      </dgm:t>
    </dgm:pt>
    <dgm:pt modelId="{E7DE115B-7D2C-49EE-B804-8738DF396623}" type="parTrans" cxnId="{E41A8876-7853-4BDE-AB42-CBB8D317876B}">
      <dgm:prSet/>
      <dgm:spPr/>
      <dgm:t>
        <a:bodyPr/>
        <a:lstStyle/>
        <a:p>
          <a:endParaRPr lang="en-US"/>
        </a:p>
      </dgm:t>
    </dgm:pt>
    <dgm:pt modelId="{FFD9CFDC-779E-402C-9747-E683536120E6}" type="sibTrans" cxnId="{E41A8876-7853-4BDE-AB42-CBB8D317876B}">
      <dgm:prSet/>
      <dgm:spPr/>
      <dgm:t>
        <a:bodyPr/>
        <a:lstStyle/>
        <a:p>
          <a:endParaRPr lang="en-US"/>
        </a:p>
      </dgm:t>
    </dgm:pt>
    <dgm:pt modelId="{363EDC3A-0C9F-4176-BD2C-42C23E1A1A06}" type="pres">
      <dgm:prSet presAssocID="{F4982D27-18FB-4724-9311-7AE77C3EDA4E}" presName="root" presStyleCnt="0">
        <dgm:presLayoutVars>
          <dgm:dir/>
          <dgm:resizeHandles val="exact"/>
        </dgm:presLayoutVars>
      </dgm:prSet>
      <dgm:spPr/>
    </dgm:pt>
    <dgm:pt modelId="{B5E0883E-CAA8-4152-A30D-6E46AFC9E499}" type="pres">
      <dgm:prSet presAssocID="{F4982D27-18FB-4724-9311-7AE77C3EDA4E}" presName="container" presStyleCnt="0">
        <dgm:presLayoutVars>
          <dgm:dir/>
          <dgm:resizeHandles val="exact"/>
        </dgm:presLayoutVars>
      </dgm:prSet>
      <dgm:spPr/>
    </dgm:pt>
    <dgm:pt modelId="{E00AAC68-8735-4C2F-8C57-F772A6594A85}" type="pres">
      <dgm:prSet presAssocID="{740524AD-81E4-4B42-A5A5-CAFD804E6B85}" presName="compNode" presStyleCnt="0"/>
      <dgm:spPr/>
    </dgm:pt>
    <dgm:pt modelId="{EA3D8C8D-F348-46A5-A20A-37D6D0062CA1}" type="pres">
      <dgm:prSet presAssocID="{740524AD-81E4-4B42-A5A5-CAFD804E6B85}" presName="iconBgRect" presStyleLbl="bgShp" presStyleIdx="0" presStyleCnt="4"/>
      <dgm:spPr/>
    </dgm:pt>
    <dgm:pt modelId="{19DC9408-2171-458F-B8D2-AC6A96D9286F}" type="pres">
      <dgm:prSet presAssocID="{740524AD-81E4-4B42-A5A5-CAFD804E6B8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DCC7F684-2B27-4010-B326-1105F02E428A}" type="pres">
      <dgm:prSet presAssocID="{740524AD-81E4-4B42-A5A5-CAFD804E6B85}" presName="spaceRect" presStyleCnt="0"/>
      <dgm:spPr/>
    </dgm:pt>
    <dgm:pt modelId="{62B62677-7951-4506-B90F-87DA8013525B}" type="pres">
      <dgm:prSet presAssocID="{740524AD-81E4-4B42-A5A5-CAFD804E6B85}" presName="textRect" presStyleLbl="revTx" presStyleIdx="0" presStyleCnt="4">
        <dgm:presLayoutVars>
          <dgm:chMax val="1"/>
          <dgm:chPref val="1"/>
        </dgm:presLayoutVars>
      </dgm:prSet>
      <dgm:spPr/>
    </dgm:pt>
    <dgm:pt modelId="{BFEC61DB-9445-4A9F-B712-B0E11A598E8B}" type="pres">
      <dgm:prSet presAssocID="{B1DC6B7D-A200-4BBB-A36B-7459CA22225E}" presName="sibTrans" presStyleLbl="sibTrans2D1" presStyleIdx="0" presStyleCnt="0"/>
      <dgm:spPr/>
    </dgm:pt>
    <dgm:pt modelId="{9EB21F42-C546-4CD7-B09E-8C658DF0CB92}" type="pres">
      <dgm:prSet presAssocID="{A92DAC8F-4E1A-4AC3-AA2C-75695EE96DF9}" presName="compNode" presStyleCnt="0"/>
      <dgm:spPr/>
    </dgm:pt>
    <dgm:pt modelId="{1925BA00-0234-4B7C-9DF3-2B8EFAC30D08}" type="pres">
      <dgm:prSet presAssocID="{A92DAC8F-4E1A-4AC3-AA2C-75695EE96DF9}" presName="iconBgRect" presStyleLbl="bgShp" presStyleIdx="1" presStyleCnt="4"/>
      <dgm:spPr/>
    </dgm:pt>
    <dgm:pt modelId="{B59711E8-3F38-47DF-A6C5-EEDAD4B25F78}" type="pres">
      <dgm:prSet presAssocID="{A92DAC8F-4E1A-4AC3-AA2C-75695EE96DF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FC34E88-217F-457F-B122-4E0B6699380D}" type="pres">
      <dgm:prSet presAssocID="{A92DAC8F-4E1A-4AC3-AA2C-75695EE96DF9}" presName="spaceRect" presStyleCnt="0"/>
      <dgm:spPr/>
    </dgm:pt>
    <dgm:pt modelId="{5BB9F713-31A3-4434-89C6-00235C30F935}" type="pres">
      <dgm:prSet presAssocID="{A92DAC8F-4E1A-4AC3-AA2C-75695EE96DF9}" presName="textRect" presStyleLbl="revTx" presStyleIdx="1" presStyleCnt="4">
        <dgm:presLayoutVars>
          <dgm:chMax val="1"/>
          <dgm:chPref val="1"/>
        </dgm:presLayoutVars>
      </dgm:prSet>
      <dgm:spPr/>
    </dgm:pt>
    <dgm:pt modelId="{BAD691B9-5621-426D-8BEF-4CC13F279B80}" type="pres">
      <dgm:prSet presAssocID="{6CF5C013-EF5D-465C-974F-2C0C1A39955D}" presName="sibTrans" presStyleLbl="sibTrans2D1" presStyleIdx="0" presStyleCnt="0"/>
      <dgm:spPr/>
    </dgm:pt>
    <dgm:pt modelId="{BD0FAE06-F5ED-42F5-951B-2ADB68882109}" type="pres">
      <dgm:prSet presAssocID="{D0020F6E-F0B2-4880-AB29-525757B7B52D}" presName="compNode" presStyleCnt="0"/>
      <dgm:spPr/>
    </dgm:pt>
    <dgm:pt modelId="{3509D351-37F1-4BFF-B1AF-DA4D84CFC3C1}" type="pres">
      <dgm:prSet presAssocID="{D0020F6E-F0B2-4880-AB29-525757B7B52D}" presName="iconBgRect" presStyleLbl="bgShp" presStyleIdx="2" presStyleCnt="4"/>
      <dgm:spPr/>
    </dgm:pt>
    <dgm:pt modelId="{D8525844-6D77-4D31-9D56-E3FFCA528580}" type="pres">
      <dgm:prSet presAssocID="{D0020F6E-F0B2-4880-AB29-525757B7B52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5794489-CADF-4C89-9154-3BD59F5BB51F}" type="pres">
      <dgm:prSet presAssocID="{D0020F6E-F0B2-4880-AB29-525757B7B52D}" presName="spaceRect" presStyleCnt="0"/>
      <dgm:spPr/>
    </dgm:pt>
    <dgm:pt modelId="{9B0E425B-9B95-4A8F-80FA-7BBD13B50006}" type="pres">
      <dgm:prSet presAssocID="{D0020F6E-F0B2-4880-AB29-525757B7B52D}" presName="textRect" presStyleLbl="revTx" presStyleIdx="2" presStyleCnt="4">
        <dgm:presLayoutVars>
          <dgm:chMax val="1"/>
          <dgm:chPref val="1"/>
        </dgm:presLayoutVars>
      </dgm:prSet>
      <dgm:spPr/>
    </dgm:pt>
    <dgm:pt modelId="{394D42F0-F10F-4359-94CC-FF12AC331B0B}" type="pres">
      <dgm:prSet presAssocID="{A4F007E8-14DE-474E-8631-A788E48A8342}" presName="sibTrans" presStyleLbl="sibTrans2D1" presStyleIdx="0" presStyleCnt="0"/>
      <dgm:spPr/>
    </dgm:pt>
    <dgm:pt modelId="{29354E4D-9CD8-469D-A25E-2A15C5B913E0}" type="pres">
      <dgm:prSet presAssocID="{8C0CF362-5672-4953-ADC9-9B0A4CB91C22}" presName="compNode" presStyleCnt="0"/>
      <dgm:spPr/>
    </dgm:pt>
    <dgm:pt modelId="{86473F6F-9D4E-4D21-92D0-F6489457FB85}" type="pres">
      <dgm:prSet presAssocID="{8C0CF362-5672-4953-ADC9-9B0A4CB91C22}" presName="iconBgRect" presStyleLbl="bgShp" presStyleIdx="3" presStyleCnt="4"/>
      <dgm:spPr/>
    </dgm:pt>
    <dgm:pt modelId="{41C1EEB8-AAEE-4809-B638-02B5E350C8BE}" type="pres">
      <dgm:prSet presAssocID="{8C0CF362-5672-4953-ADC9-9B0A4CB91C2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393929F-9445-4F24-A2AC-7CD6FF22A46C}" type="pres">
      <dgm:prSet presAssocID="{8C0CF362-5672-4953-ADC9-9B0A4CB91C22}" presName="spaceRect" presStyleCnt="0"/>
      <dgm:spPr/>
    </dgm:pt>
    <dgm:pt modelId="{E4E9F239-C15D-45F0-B842-7598993FF650}" type="pres">
      <dgm:prSet presAssocID="{8C0CF362-5672-4953-ADC9-9B0A4CB91C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A0F0D11-E8C2-489D-9936-571858F97CD9}" type="presOf" srcId="{D0020F6E-F0B2-4880-AB29-525757B7B52D}" destId="{9B0E425B-9B95-4A8F-80FA-7BBD13B50006}" srcOrd="0" destOrd="0" presId="urn:microsoft.com/office/officeart/2018/2/layout/IconCircleList"/>
    <dgm:cxn modelId="{7F751A27-004A-4CA5-8921-16FF9C356487}" type="presOf" srcId="{740524AD-81E4-4B42-A5A5-CAFD804E6B85}" destId="{62B62677-7951-4506-B90F-87DA8013525B}" srcOrd="0" destOrd="0" presId="urn:microsoft.com/office/officeart/2018/2/layout/IconCircleList"/>
    <dgm:cxn modelId="{1948FA28-42E6-41C0-9721-AADF1A1A439D}" srcId="{F4982D27-18FB-4724-9311-7AE77C3EDA4E}" destId="{A92DAC8F-4E1A-4AC3-AA2C-75695EE96DF9}" srcOrd="1" destOrd="0" parTransId="{B1296D4A-B575-4A5E-9E70-939FFBE9E9E6}" sibTransId="{6CF5C013-EF5D-465C-974F-2C0C1A39955D}"/>
    <dgm:cxn modelId="{9F79C72B-5157-4A87-B161-175DF31FE326}" type="presOf" srcId="{A92DAC8F-4E1A-4AC3-AA2C-75695EE96DF9}" destId="{5BB9F713-31A3-4434-89C6-00235C30F935}" srcOrd="0" destOrd="0" presId="urn:microsoft.com/office/officeart/2018/2/layout/IconCircleList"/>
    <dgm:cxn modelId="{0CE9DB5F-D70A-4D3C-8937-E2DE7A9C9002}" type="presOf" srcId="{8C0CF362-5672-4953-ADC9-9B0A4CB91C22}" destId="{E4E9F239-C15D-45F0-B842-7598993FF650}" srcOrd="0" destOrd="0" presId="urn:microsoft.com/office/officeart/2018/2/layout/IconCircleList"/>
    <dgm:cxn modelId="{3689514C-4E46-4BE0-9FE2-7241854DBA20}" type="presOf" srcId="{6CF5C013-EF5D-465C-974F-2C0C1A39955D}" destId="{BAD691B9-5621-426D-8BEF-4CC13F279B80}" srcOrd="0" destOrd="0" presId="urn:microsoft.com/office/officeart/2018/2/layout/IconCircleList"/>
    <dgm:cxn modelId="{35FDF84C-622C-40A6-9132-34E7493166D2}" type="presOf" srcId="{A4F007E8-14DE-474E-8631-A788E48A8342}" destId="{394D42F0-F10F-4359-94CC-FF12AC331B0B}" srcOrd="0" destOrd="0" presId="urn:microsoft.com/office/officeart/2018/2/layout/IconCircleList"/>
    <dgm:cxn modelId="{E41A8876-7853-4BDE-AB42-CBB8D317876B}" srcId="{F4982D27-18FB-4724-9311-7AE77C3EDA4E}" destId="{8C0CF362-5672-4953-ADC9-9B0A4CB91C22}" srcOrd="3" destOrd="0" parTransId="{E7DE115B-7D2C-49EE-B804-8738DF396623}" sibTransId="{FFD9CFDC-779E-402C-9747-E683536120E6}"/>
    <dgm:cxn modelId="{8F001FB2-917B-43FB-8AD5-EDF78F48BA52}" srcId="{F4982D27-18FB-4724-9311-7AE77C3EDA4E}" destId="{D0020F6E-F0B2-4880-AB29-525757B7B52D}" srcOrd="2" destOrd="0" parTransId="{E1653EA3-D8ED-4F77-AA75-4B709F880FA6}" sibTransId="{A4F007E8-14DE-474E-8631-A788E48A8342}"/>
    <dgm:cxn modelId="{8BFD3FC4-665A-49E6-835F-7FA3BE00D09D}" type="presOf" srcId="{F4982D27-18FB-4724-9311-7AE77C3EDA4E}" destId="{363EDC3A-0C9F-4176-BD2C-42C23E1A1A06}" srcOrd="0" destOrd="0" presId="urn:microsoft.com/office/officeart/2018/2/layout/IconCircleList"/>
    <dgm:cxn modelId="{F69279C8-940A-4B71-ABFA-9E423EA88469}" type="presOf" srcId="{B1DC6B7D-A200-4BBB-A36B-7459CA22225E}" destId="{BFEC61DB-9445-4A9F-B712-B0E11A598E8B}" srcOrd="0" destOrd="0" presId="urn:microsoft.com/office/officeart/2018/2/layout/IconCircleList"/>
    <dgm:cxn modelId="{2DA89BD7-564D-4047-9EB4-5C79BF03ED46}" srcId="{F4982D27-18FB-4724-9311-7AE77C3EDA4E}" destId="{740524AD-81E4-4B42-A5A5-CAFD804E6B85}" srcOrd="0" destOrd="0" parTransId="{2FDFD6C7-9EB9-4695-9822-D7014E2F6E95}" sibTransId="{B1DC6B7D-A200-4BBB-A36B-7459CA22225E}"/>
    <dgm:cxn modelId="{46C93B63-A648-47C4-AAA8-9E55F999AC63}" type="presParOf" srcId="{363EDC3A-0C9F-4176-BD2C-42C23E1A1A06}" destId="{B5E0883E-CAA8-4152-A30D-6E46AFC9E499}" srcOrd="0" destOrd="0" presId="urn:microsoft.com/office/officeart/2018/2/layout/IconCircleList"/>
    <dgm:cxn modelId="{290DE0A7-0C7C-4D72-8921-D16AFB4F421B}" type="presParOf" srcId="{B5E0883E-CAA8-4152-A30D-6E46AFC9E499}" destId="{E00AAC68-8735-4C2F-8C57-F772A6594A85}" srcOrd="0" destOrd="0" presId="urn:microsoft.com/office/officeart/2018/2/layout/IconCircleList"/>
    <dgm:cxn modelId="{64AB26C5-ECC7-440B-AAB7-A34461AB283C}" type="presParOf" srcId="{E00AAC68-8735-4C2F-8C57-F772A6594A85}" destId="{EA3D8C8D-F348-46A5-A20A-37D6D0062CA1}" srcOrd="0" destOrd="0" presId="urn:microsoft.com/office/officeart/2018/2/layout/IconCircleList"/>
    <dgm:cxn modelId="{28CC465A-3BC7-425B-A1FE-D34CD72CD823}" type="presParOf" srcId="{E00AAC68-8735-4C2F-8C57-F772A6594A85}" destId="{19DC9408-2171-458F-B8D2-AC6A96D9286F}" srcOrd="1" destOrd="0" presId="urn:microsoft.com/office/officeart/2018/2/layout/IconCircleList"/>
    <dgm:cxn modelId="{DD8873EE-A441-4A64-85CF-2C29CB8245D6}" type="presParOf" srcId="{E00AAC68-8735-4C2F-8C57-F772A6594A85}" destId="{DCC7F684-2B27-4010-B326-1105F02E428A}" srcOrd="2" destOrd="0" presId="urn:microsoft.com/office/officeart/2018/2/layout/IconCircleList"/>
    <dgm:cxn modelId="{7DE798C0-8204-4DBC-8323-335E2C2D92BE}" type="presParOf" srcId="{E00AAC68-8735-4C2F-8C57-F772A6594A85}" destId="{62B62677-7951-4506-B90F-87DA8013525B}" srcOrd="3" destOrd="0" presId="urn:microsoft.com/office/officeart/2018/2/layout/IconCircleList"/>
    <dgm:cxn modelId="{ADC51610-9BA4-4FD5-AA7D-357469168374}" type="presParOf" srcId="{B5E0883E-CAA8-4152-A30D-6E46AFC9E499}" destId="{BFEC61DB-9445-4A9F-B712-B0E11A598E8B}" srcOrd="1" destOrd="0" presId="urn:microsoft.com/office/officeart/2018/2/layout/IconCircleList"/>
    <dgm:cxn modelId="{9F2DED7F-664E-4D28-BA58-EF8BFE3AD93F}" type="presParOf" srcId="{B5E0883E-CAA8-4152-A30D-6E46AFC9E499}" destId="{9EB21F42-C546-4CD7-B09E-8C658DF0CB92}" srcOrd="2" destOrd="0" presId="urn:microsoft.com/office/officeart/2018/2/layout/IconCircleList"/>
    <dgm:cxn modelId="{D8DBBD8C-198F-4475-B846-E274E88CA3E3}" type="presParOf" srcId="{9EB21F42-C546-4CD7-B09E-8C658DF0CB92}" destId="{1925BA00-0234-4B7C-9DF3-2B8EFAC30D08}" srcOrd="0" destOrd="0" presId="urn:microsoft.com/office/officeart/2018/2/layout/IconCircleList"/>
    <dgm:cxn modelId="{0082BEE4-EA64-4FC0-ABEC-A37B9C438FF0}" type="presParOf" srcId="{9EB21F42-C546-4CD7-B09E-8C658DF0CB92}" destId="{B59711E8-3F38-47DF-A6C5-EEDAD4B25F78}" srcOrd="1" destOrd="0" presId="urn:microsoft.com/office/officeart/2018/2/layout/IconCircleList"/>
    <dgm:cxn modelId="{CCF71DD7-0946-413E-8036-56430CA1199A}" type="presParOf" srcId="{9EB21F42-C546-4CD7-B09E-8C658DF0CB92}" destId="{4FC34E88-217F-457F-B122-4E0B6699380D}" srcOrd="2" destOrd="0" presId="urn:microsoft.com/office/officeart/2018/2/layout/IconCircleList"/>
    <dgm:cxn modelId="{B81A5808-651F-4A37-94F0-C9AA0BCC54C7}" type="presParOf" srcId="{9EB21F42-C546-4CD7-B09E-8C658DF0CB92}" destId="{5BB9F713-31A3-4434-89C6-00235C30F935}" srcOrd="3" destOrd="0" presId="urn:microsoft.com/office/officeart/2018/2/layout/IconCircleList"/>
    <dgm:cxn modelId="{10B4AA21-E647-4F1D-821D-33D067A00614}" type="presParOf" srcId="{B5E0883E-CAA8-4152-A30D-6E46AFC9E499}" destId="{BAD691B9-5621-426D-8BEF-4CC13F279B80}" srcOrd="3" destOrd="0" presId="urn:microsoft.com/office/officeart/2018/2/layout/IconCircleList"/>
    <dgm:cxn modelId="{1F1A7181-02B0-43A2-919D-4E64114C67EF}" type="presParOf" srcId="{B5E0883E-CAA8-4152-A30D-6E46AFC9E499}" destId="{BD0FAE06-F5ED-42F5-951B-2ADB68882109}" srcOrd="4" destOrd="0" presId="urn:microsoft.com/office/officeart/2018/2/layout/IconCircleList"/>
    <dgm:cxn modelId="{3EFF8E1B-7259-473A-B3B0-5EE928D521FA}" type="presParOf" srcId="{BD0FAE06-F5ED-42F5-951B-2ADB68882109}" destId="{3509D351-37F1-4BFF-B1AF-DA4D84CFC3C1}" srcOrd="0" destOrd="0" presId="urn:microsoft.com/office/officeart/2018/2/layout/IconCircleList"/>
    <dgm:cxn modelId="{C3383D33-8317-4264-8ECD-F1837945C89A}" type="presParOf" srcId="{BD0FAE06-F5ED-42F5-951B-2ADB68882109}" destId="{D8525844-6D77-4D31-9D56-E3FFCA528580}" srcOrd="1" destOrd="0" presId="urn:microsoft.com/office/officeart/2018/2/layout/IconCircleList"/>
    <dgm:cxn modelId="{5F2BDB19-D556-4B3F-9051-6A41D7C19C10}" type="presParOf" srcId="{BD0FAE06-F5ED-42F5-951B-2ADB68882109}" destId="{E5794489-CADF-4C89-9154-3BD59F5BB51F}" srcOrd="2" destOrd="0" presId="urn:microsoft.com/office/officeart/2018/2/layout/IconCircleList"/>
    <dgm:cxn modelId="{CEBCB7C4-4127-4764-8024-0DF04F8CCA62}" type="presParOf" srcId="{BD0FAE06-F5ED-42F5-951B-2ADB68882109}" destId="{9B0E425B-9B95-4A8F-80FA-7BBD13B50006}" srcOrd="3" destOrd="0" presId="urn:microsoft.com/office/officeart/2018/2/layout/IconCircleList"/>
    <dgm:cxn modelId="{F7DB9105-8932-4608-B9B7-535137A2093E}" type="presParOf" srcId="{B5E0883E-CAA8-4152-A30D-6E46AFC9E499}" destId="{394D42F0-F10F-4359-94CC-FF12AC331B0B}" srcOrd="5" destOrd="0" presId="urn:microsoft.com/office/officeart/2018/2/layout/IconCircleList"/>
    <dgm:cxn modelId="{699EB6CE-CBC1-4D72-8E5E-7DEE3D9403E2}" type="presParOf" srcId="{B5E0883E-CAA8-4152-A30D-6E46AFC9E499}" destId="{29354E4D-9CD8-469D-A25E-2A15C5B913E0}" srcOrd="6" destOrd="0" presId="urn:microsoft.com/office/officeart/2018/2/layout/IconCircleList"/>
    <dgm:cxn modelId="{13F06EB3-F623-477E-959D-D6DB9DB3D94C}" type="presParOf" srcId="{29354E4D-9CD8-469D-A25E-2A15C5B913E0}" destId="{86473F6F-9D4E-4D21-92D0-F6489457FB85}" srcOrd="0" destOrd="0" presId="urn:microsoft.com/office/officeart/2018/2/layout/IconCircleList"/>
    <dgm:cxn modelId="{421B7620-7F16-454F-B7C4-217A9A26201B}" type="presParOf" srcId="{29354E4D-9CD8-469D-A25E-2A15C5B913E0}" destId="{41C1EEB8-AAEE-4809-B638-02B5E350C8BE}" srcOrd="1" destOrd="0" presId="urn:microsoft.com/office/officeart/2018/2/layout/IconCircleList"/>
    <dgm:cxn modelId="{D2C583E4-90A9-4268-BC39-882389F2EF55}" type="presParOf" srcId="{29354E4D-9CD8-469D-A25E-2A15C5B913E0}" destId="{6393929F-9445-4F24-A2AC-7CD6FF22A46C}" srcOrd="2" destOrd="0" presId="urn:microsoft.com/office/officeart/2018/2/layout/IconCircleList"/>
    <dgm:cxn modelId="{A4D6E32C-2194-41B7-B695-24B62CC7D44A}" type="presParOf" srcId="{29354E4D-9CD8-469D-A25E-2A15C5B913E0}" destId="{E4E9F239-C15D-45F0-B842-7598993FF65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DF63FA-490A-40EC-9EA5-8A7C69211E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0FC07E1-3028-41AC-A902-D1029649CFA3}">
      <dgm:prSet/>
      <dgm:spPr/>
      <dgm:t>
        <a:bodyPr/>
        <a:lstStyle/>
        <a:p>
          <a:r>
            <a:rPr lang="en-US" dirty="0"/>
            <a:t>Frontend: Next.js, React, </a:t>
          </a:r>
          <a:r>
            <a:rPr lang="en-US" dirty="0" err="1"/>
            <a:t>TailwindCSS</a:t>
          </a:r>
          <a:r>
            <a:rPr lang="en-US" dirty="0"/>
            <a:t>, Recharts, Framer Motion</a:t>
          </a:r>
        </a:p>
      </dgm:t>
    </dgm:pt>
    <dgm:pt modelId="{3763608E-C176-4928-A859-5F2922C1C121}" type="parTrans" cxnId="{170D6194-4F4D-4997-977F-51E7D7E2F44D}">
      <dgm:prSet/>
      <dgm:spPr/>
      <dgm:t>
        <a:bodyPr/>
        <a:lstStyle/>
        <a:p>
          <a:endParaRPr lang="en-US"/>
        </a:p>
      </dgm:t>
    </dgm:pt>
    <dgm:pt modelId="{8A3BE8F4-C9FA-4E83-9F98-35495D33D6DA}" type="sibTrans" cxnId="{170D6194-4F4D-4997-977F-51E7D7E2F44D}">
      <dgm:prSet/>
      <dgm:spPr/>
      <dgm:t>
        <a:bodyPr/>
        <a:lstStyle/>
        <a:p>
          <a:endParaRPr lang="en-US"/>
        </a:p>
      </dgm:t>
    </dgm:pt>
    <dgm:pt modelId="{F572C346-EE34-4596-8452-383D25091638}">
      <dgm:prSet/>
      <dgm:spPr/>
      <dgm:t>
        <a:bodyPr/>
        <a:lstStyle/>
        <a:p>
          <a:r>
            <a:rPr lang="en-US" dirty="0"/>
            <a:t>Backend: Python, </a:t>
          </a:r>
          <a:r>
            <a:rPr lang="en-US" dirty="0" err="1"/>
            <a:t>FastAPI</a:t>
          </a:r>
        </a:p>
      </dgm:t>
    </dgm:pt>
    <dgm:pt modelId="{3451972F-CC7F-4809-9433-06C201D0740E}" type="parTrans" cxnId="{F11A2CFF-2235-49E0-92EF-FA476A0D722E}">
      <dgm:prSet/>
      <dgm:spPr/>
      <dgm:t>
        <a:bodyPr/>
        <a:lstStyle/>
        <a:p>
          <a:endParaRPr lang="en-US"/>
        </a:p>
      </dgm:t>
    </dgm:pt>
    <dgm:pt modelId="{2E217FBA-BCE4-4CDB-92BF-CF914D99106D}" type="sibTrans" cxnId="{F11A2CFF-2235-49E0-92EF-FA476A0D722E}">
      <dgm:prSet/>
      <dgm:spPr/>
      <dgm:t>
        <a:bodyPr/>
        <a:lstStyle/>
        <a:p>
          <a:endParaRPr lang="en-US"/>
        </a:p>
      </dgm:t>
    </dgm:pt>
    <dgm:pt modelId="{3E09E4E9-8C31-46D6-8D6E-F0C7EEEE8F00}">
      <dgm:prSet/>
      <dgm:spPr/>
      <dgm:t>
        <a:bodyPr/>
        <a:lstStyle/>
        <a:p>
          <a:r>
            <a:rPr lang="en-US"/>
            <a:t>Web Scraping: Playwright</a:t>
          </a:r>
        </a:p>
      </dgm:t>
    </dgm:pt>
    <dgm:pt modelId="{E92A4FA3-49C8-4A7C-ADF1-2C4617FF4B69}" type="parTrans" cxnId="{17A83BD3-F81F-464A-BDF7-43B02A287B91}">
      <dgm:prSet/>
      <dgm:spPr/>
      <dgm:t>
        <a:bodyPr/>
        <a:lstStyle/>
        <a:p>
          <a:endParaRPr lang="en-US"/>
        </a:p>
      </dgm:t>
    </dgm:pt>
    <dgm:pt modelId="{4DC89FFA-F811-47DE-B93B-8FB4237561AF}" type="sibTrans" cxnId="{17A83BD3-F81F-464A-BDF7-43B02A287B91}">
      <dgm:prSet/>
      <dgm:spPr/>
      <dgm:t>
        <a:bodyPr/>
        <a:lstStyle/>
        <a:p>
          <a:endParaRPr lang="en-US"/>
        </a:p>
      </dgm:t>
    </dgm:pt>
    <dgm:pt modelId="{3D71C615-C275-4818-B59D-82E24074CCCA}">
      <dgm:prSet/>
      <dgm:spPr/>
      <dgm:t>
        <a:bodyPr/>
        <a:lstStyle/>
        <a:p>
          <a:r>
            <a:rPr lang="en-US"/>
            <a:t>AI Engine: Google Gemini API</a:t>
          </a:r>
        </a:p>
      </dgm:t>
    </dgm:pt>
    <dgm:pt modelId="{B4F73CE4-9D09-4516-AE8D-E63388DD948E}" type="parTrans" cxnId="{83420A95-40CE-4901-A725-628CF9107C43}">
      <dgm:prSet/>
      <dgm:spPr/>
      <dgm:t>
        <a:bodyPr/>
        <a:lstStyle/>
        <a:p>
          <a:endParaRPr lang="en-US"/>
        </a:p>
      </dgm:t>
    </dgm:pt>
    <dgm:pt modelId="{76091F21-E67E-49A4-89FE-B0B7D66470F6}" type="sibTrans" cxnId="{83420A95-40CE-4901-A725-628CF9107C43}">
      <dgm:prSet/>
      <dgm:spPr/>
      <dgm:t>
        <a:bodyPr/>
        <a:lstStyle/>
        <a:p>
          <a:endParaRPr lang="en-US"/>
        </a:p>
      </dgm:t>
    </dgm:pt>
    <dgm:pt modelId="{6B7EB21F-C994-413A-8FA4-66DF2D4F2BB9}">
      <dgm:prSet/>
      <dgm:spPr/>
      <dgm:t>
        <a:bodyPr/>
        <a:lstStyle/>
        <a:p>
          <a:r>
            <a:rPr lang="en-US" dirty="0"/>
            <a:t>Database &amp; Auth: </a:t>
          </a:r>
          <a:r>
            <a:rPr lang="en-US" dirty="0" err="1"/>
            <a:t>Appwrite</a:t>
          </a:r>
        </a:p>
      </dgm:t>
    </dgm:pt>
    <dgm:pt modelId="{46D38F38-2A3A-4BDB-9A54-F09E45D30653}" type="parTrans" cxnId="{2FF42A1D-396C-4919-B019-0E55306A59E9}">
      <dgm:prSet/>
      <dgm:spPr/>
      <dgm:t>
        <a:bodyPr/>
        <a:lstStyle/>
        <a:p>
          <a:endParaRPr lang="en-US"/>
        </a:p>
      </dgm:t>
    </dgm:pt>
    <dgm:pt modelId="{6417F4FB-C91E-4505-84CB-766D4601872D}" type="sibTrans" cxnId="{2FF42A1D-396C-4919-B019-0E55306A59E9}">
      <dgm:prSet/>
      <dgm:spPr/>
      <dgm:t>
        <a:bodyPr/>
        <a:lstStyle/>
        <a:p>
          <a:endParaRPr lang="en-US"/>
        </a:p>
      </dgm:t>
    </dgm:pt>
    <dgm:pt modelId="{40D4019C-48C4-45CE-B2E3-5CEE707F54CC}" type="pres">
      <dgm:prSet presAssocID="{65DF63FA-490A-40EC-9EA5-8A7C69211E21}" presName="root" presStyleCnt="0">
        <dgm:presLayoutVars>
          <dgm:dir/>
          <dgm:resizeHandles val="exact"/>
        </dgm:presLayoutVars>
      </dgm:prSet>
      <dgm:spPr/>
    </dgm:pt>
    <dgm:pt modelId="{A5E98333-7EB3-45B8-86C3-ECC89157744B}" type="pres">
      <dgm:prSet presAssocID="{B0FC07E1-3028-41AC-A902-D1029649CFA3}" presName="compNode" presStyleCnt="0"/>
      <dgm:spPr/>
    </dgm:pt>
    <dgm:pt modelId="{8A23A8F8-9045-49C3-AA73-D116C5DB4B45}" type="pres">
      <dgm:prSet presAssocID="{B0FC07E1-3028-41AC-A902-D1029649CFA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96B11BA-1FF7-4836-821B-61279FED917C}" type="pres">
      <dgm:prSet presAssocID="{B0FC07E1-3028-41AC-A902-D1029649CFA3}" presName="spaceRect" presStyleCnt="0"/>
      <dgm:spPr/>
    </dgm:pt>
    <dgm:pt modelId="{8A33B570-CA83-403E-A484-A888F28C42B2}" type="pres">
      <dgm:prSet presAssocID="{B0FC07E1-3028-41AC-A902-D1029649CFA3}" presName="textRect" presStyleLbl="revTx" presStyleIdx="0" presStyleCnt="5">
        <dgm:presLayoutVars>
          <dgm:chMax val="1"/>
          <dgm:chPref val="1"/>
        </dgm:presLayoutVars>
      </dgm:prSet>
      <dgm:spPr/>
    </dgm:pt>
    <dgm:pt modelId="{3A3B429C-E4FA-45B4-A5A1-9E05FA547B69}" type="pres">
      <dgm:prSet presAssocID="{8A3BE8F4-C9FA-4E83-9F98-35495D33D6DA}" presName="sibTrans" presStyleCnt="0"/>
      <dgm:spPr/>
    </dgm:pt>
    <dgm:pt modelId="{0A66B4C5-67EF-4A3B-9354-DF72E6D69080}" type="pres">
      <dgm:prSet presAssocID="{F572C346-EE34-4596-8452-383D25091638}" presName="compNode" presStyleCnt="0"/>
      <dgm:spPr/>
    </dgm:pt>
    <dgm:pt modelId="{91431512-985C-4592-8B68-DE4D0520C212}" type="pres">
      <dgm:prSet presAssocID="{F572C346-EE34-4596-8452-383D2509163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458629-B063-4CFB-AC31-8E8B6378DE81}" type="pres">
      <dgm:prSet presAssocID="{F572C346-EE34-4596-8452-383D25091638}" presName="spaceRect" presStyleCnt="0"/>
      <dgm:spPr/>
    </dgm:pt>
    <dgm:pt modelId="{A340A696-891C-4320-87C0-4F70064A943E}" type="pres">
      <dgm:prSet presAssocID="{F572C346-EE34-4596-8452-383D25091638}" presName="textRect" presStyleLbl="revTx" presStyleIdx="1" presStyleCnt="5">
        <dgm:presLayoutVars>
          <dgm:chMax val="1"/>
          <dgm:chPref val="1"/>
        </dgm:presLayoutVars>
      </dgm:prSet>
      <dgm:spPr/>
    </dgm:pt>
    <dgm:pt modelId="{2947604A-2976-462C-8094-25B5EC989840}" type="pres">
      <dgm:prSet presAssocID="{2E217FBA-BCE4-4CDB-92BF-CF914D99106D}" presName="sibTrans" presStyleCnt="0"/>
      <dgm:spPr/>
    </dgm:pt>
    <dgm:pt modelId="{34B66E79-4A0D-4FFA-86B8-41DDD16406B6}" type="pres">
      <dgm:prSet presAssocID="{3E09E4E9-8C31-46D6-8D6E-F0C7EEEE8F00}" presName="compNode" presStyleCnt="0"/>
      <dgm:spPr/>
    </dgm:pt>
    <dgm:pt modelId="{5233B9A0-AD8F-4A47-BA42-9F0313A19E7F}" type="pres">
      <dgm:prSet presAssocID="{3E09E4E9-8C31-46D6-8D6E-F0C7EEEE8F0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6D02972B-6EBC-42DC-A426-776568EDA154}" type="pres">
      <dgm:prSet presAssocID="{3E09E4E9-8C31-46D6-8D6E-F0C7EEEE8F00}" presName="spaceRect" presStyleCnt="0"/>
      <dgm:spPr/>
    </dgm:pt>
    <dgm:pt modelId="{6B81EEAF-50E3-4E88-BA8C-708EB6614F32}" type="pres">
      <dgm:prSet presAssocID="{3E09E4E9-8C31-46D6-8D6E-F0C7EEEE8F00}" presName="textRect" presStyleLbl="revTx" presStyleIdx="2" presStyleCnt="5">
        <dgm:presLayoutVars>
          <dgm:chMax val="1"/>
          <dgm:chPref val="1"/>
        </dgm:presLayoutVars>
      </dgm:prSet>
      <dgm:spPr/>
    </dgm:pt>
    <dgm:pt modelId="{7672B368-59AE-4F48-9FC5-7EA0E0611F4C}" type="pres">
      <dgm:prSet presAssocID="{4DC89FFA-F811-47DE-B93B-8FB4237561AF}" presName="sibTrans" presStyleCnt="0"/>
      <dgm:spPr/>
    </dgm:pt>
    <dgm:pt modelId="{7DD0154F-3B15-4FBF-AC50-0FB919723D44}" type="pres">
      <dgm:prSet presAssocID="{3D71C615-C275-4818-B59D-82E24074CCCA}" presName="compNode" presStyleCnt="0"/>
      <dgm:spPr/>
    </dgm:pt>
    <dgm:pt modelId="{084155F4-BF40-43E2-93D5-16889877A961}" type="pres">
      <dgm:prSet presAssocID="{3D71C615-C275-4818-B59D-82E24074CCC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6305255-81A8-48A3-B7A5-0BE067ECAF91}" type="pres">
      <dgm:prSet presAssocID="{3D71C615-C275-4818-B59D-82E24074CCCA}" presName="spaceRect" presStyleCnt="0"/>
      <dgm:spPr/>
    </dgm:pt>
    <dgm:pt modelId="{234B5E03-63D5-4414-BED6-D96F446911C9}" type="pres">
      <dgm:prSet presAssocID="{3D71C615-C275-4818-B59D-82E24074CCCA}" presName="textRect" presStyleLbl="revTx" presStyleIdx="3" presStyleCnt="5">
        <dgm:presLayoutVars>
          <dgm:chMax val="1"/>
          <dgm:chPref val="1"/>
        </dgm:presLayoutVars>
      </dgm:prSet>
      <dgm:spPr/>
    </dgm:pt>
    <dgm:pt modelId="{C67E2BAC-F2AD-488F-AB76-06897BC83169}" type="pres">
      <dgm:prSet presAssocID="{76091F21-E67E-49A4-89FE-B0B7D66470F6}" presName="sibTrans" presStyleCnt="0"/>
      <dgm:spPr/>
    </dgm:pt>
    <dgm:pt modelId="{ED2309F3-6131-4264-93B4-64E0D2FB3A13}" type="pres">
      <dgm:prSet presAssocID="{6B7EB21F-C994-413A-8FA4-66DF2D4F2BB9}" presName="compNode" presStyleCnt="0"/>
      <dgm:spPr/>
    </dgm:pt>
    <dgm:pt modelId="{478A1F6D-2412-4FF7-B902-81ADAF0CF7A1}" type="pres">
      <dgm:prSet presAssocID="{6B7EB21F-C994-413A-8FA4-66DF2D4F2BB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B11DF37-8A5A-4A12-90BC-09BC2DA71AEE}" type="pres">
      <dgm:prSet presAssocID="{6B7EB21F-C994-413A-8FA4-66DF2D4F2BB9}" presName="spaceRect" presStyleCnt="0"/>
      <dgm:spPr/>
    </dgm:pt>
    <dgm:pt modelId="{EC4A7A40-BFAE-4014-82B8-57D687241CC8}" type="pres">
      <dgm:prSet presAssocID="{6B7EB21F-C994-413A-8FA4-66DF2D4F2BB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4069D19-3A4F-4192-AB54-EA67D2A0088B}" type="presOf" srcId="{6B7EB21F-C994-413A-8FA4-66DF2D4F2BB9}" destId="{EC4A7A40-BFAE-4014-82B8-57D687241CC8}" srcOrd="0" destOrd="0" presId="urn:microsoft.com/office/officeart/2018/2/layout/IconLabelList"/>
    <dgm:cxn modelId="{2FF42A1D-396C-4919-B019-0E55306A59E9}" srcId="{65DF63FA-490A-40EC-9EA5-8A7C69211E21}" destId="{6B7EB21F-C994-413A-8FA4-66DF2D4F2BB9}" srcOrd="4" destOrd="0" parTransId="{46D38F38-2A3A-4BDB-9A54-F09E45D30653}" sibTransId="{6417F4FB-C91E-4505-84CB-766D4601872D}"/>
    <dgm:cxn modelId="{01856A5E-13D0-4291-BC69-17D48CF4F3D5}" type="presOf" srcId="{B0FC07E1-3028-41AC-A902-D1029649CFA3}" destId="{8A33B570-CA83-403E-A484-A888F28C42B2}" srcOrd="0" destOrd="0" presId="urn:microsoft.com/office/officeart/2018/2/layout/IconLabelList"/>
    <dgm:cxn modelId="{6DF4668A-45B5-49F8-BE3F-9729824A06A9}" type="presOf" srcId="{65DF63FA-490A-40EC-9EA5-8A7C69211E21}" destId="{40D4019C-48C4-45CE-B2E3-5CEE707F54CC}" srcOrd="0" destOrd="0" presId="urn:microsoft.com/office/officeart/2018/2/layout/IconLabelList"/>
    <dgm:cxn modelId="{170D6194-4F4D-4997-977F-51E7D7E2F44D}" srcId="{65DF63FA-490A-40EC-9EA5-8A7C69211E21}" destId="{B0FC07E1-3028-41AC-A902-D1029649CFA3}" srcOrd="0" destOrd="0" parTransId="{3763608E-C176-4928-A859-5F2922C1C121}" sibTransId="{8A3BE8F4-C9FA-4E83-9F98-35495D33D6DA}"/>
    <dgm:cxn modelId="{83420A95-40CE-4901-A725-628CF9107C43}" srcId="{65DF63FA-490A-40EC-9EA5-8A7C69211E21}" destId="{3D71C615-C275-4818-B59D-82E24074CCCA}" srcOrd="3" destOrd="0" parTransId="{B4F73CE4-9D09-4516-AE8D-E63388DD948E}" sibTransId="{76091F21-E67E-49A4-89FE-B0B7D66470F6}"/>
    <dgm:cxn modelId="{9CB6BD9A-C9EB-404D-8B40-C394196389A5}" type="presOf" srcId="{F572C346-EE34-4596-8452-383D25091638}" destId="{A340A696-891C-4320-87C0-4F70064A943E}" srcOrd="0" destOrd="0" presId="urn:microsoft.com/office/officeart/2018/2/layout/IconLabelList"/>
    <dgm:cxn modelId="{6FB1FFB2-3F51-4DD2-8549-6EF5BDFA8479}" type="presOf" srcId="{3D71C615-C275-4818-B59D-82E24074CCCA}" destId="{234B5E03-63D5-4414-BED6-D96F446911C9}" srcOrd="0" destOrd="0" presId="urn:microsoft.com/office/officeart/2018/2/layout/IconLabelList"/>
    <dgm:cxn modelId="{704D91B7-5CC2-4164-9D82-2A343E555018}" type="presOf" srcId="{3E09E4E9-8C31-46D6-8D6E-F0C7EEEE8F00}" destId="{6B81EEAF-50E3-4E88-BA8C-708EB6614F32}" srcOrd="0" destOrd="0" presId="urn:microsoft.com/office/officeart/2018/2/layout/IconLabelList"/>
    <dgm:cxn modelId="{17A83BD3-F81F-464A-BDF7-43B02A287B91}" srcId="{65DF63FA-490A-40EC-9EA5-8A7C69211E21}" destId="{3E09E4E9-8C31-46D6-8D6E-F0C7EEEE8F00}" srcOrd="2" destOrd="0" parTransId="{E92A4FA3-49C8-4A7C-ADF1-2C4617FF4B69}" sibTransId="{4DC89FFA-F811-47DE-B93B-8FB4237561AF}"/>
    <dgm:cxn modelId="{F11A2CFF-2235-49E0-92EF-FA476A0D722E}" srcId="{65DF63FA-490A-40EC-9EA5-8A7C69211E21}" destId="{F572C346-EE34-4596-8452-383D25091638}" srcOrd="1" destOrd="0" parTransId="{3451972F-CC7F-4809-9433-06C201D0740E}" sibTransId="{2E217FBA-BCE4-4CDB-92BF-CF914D99106D}"/>
    <dgm:cxn modelId="{996AFC4F-1E54-421D-BA12-03537784E294}" type="presParOf" srcId="{40D4019C-48C4-45CE-B2E3-5CEE707F54CC}" destId="{A5E98333-7EB3-45B8-86C3-ECC89157744B}" srcOrd="0" destOrd="0" presId="urn:microsoft.com/office/officeart/2018/2/layout/IconLabelList"/>
    <dgm:cxn modelId="{B5D81166-370E-4B22-B044-3AF34043C3B8}" type="presParOf" srcId="{A5E98333-7EB3-45B8-86C3-ECC89157744B}" destId="{8A23A8F8-9045-49C3-AA73-D116C5DB4B45}" srcOrd="0" destOrd="0" presId="urn:microsoft.com/office/officeart/2018/2/layout/IconLabelList"/>
    <dgm:cxn modelId="{35821474-70F3-4669-AAC2-02DE68CD4987}" type="presParOf" srcId="{A5E98333-7EB3-45B8-86C3-ECC89157744B}" destId="{E96B11BA-1FF7-4836-821B-61279FED917C}" srcOrd="1" destOrd="0" presId="urn:microsoft.com/office/officeart/2018/2/layout/IconLabelList"/>
    <dgm:cxn modelId="{56AF45B1-24BB-478E-B39A-D15FB0EA99BA}" type="presParOf" srcId="{A5E98333-7EB3-45B8-86C3-ECC89157744B}" destId="{8A33B570-CA83-403E-A484-A888F28C42B2}" srcOrd="2" destOrd="0" presId="urn:microsoft.com/office/officeart/2018/2/layout/IconLabelList"/>
    <dgm:cxn modelId="{87A63BFC-6780-4A0F-B04A-3353EF3CD8B0}" type="presParOf" srcId="{40D4019C-48C4-45CE-B2E3-5CEE707F54CC}" destId="{3A3B429C-E4FA-45B4-A5A1-9E05FA547B69}" srcOrd="1" destOrd="0" presId="urn:microsoft.com/office/officeart/2018/2/layout/IconLabelList"/>
    <dgm:cxn modelId="{449F7A0F-AAA5-4821-80BD-B227BA17AAB8}" type="presParOf" srcId="{40D4019C-48C4-45CE-B2E3-5CEE707F54CC}" destId="{0A66B4C5-67EF-4A3B-9354-DF72E6D69080}" srcOrd="2" destOrd="0" presId="urn:microsoft.com/office/officeart/2018/2/layout/IconLabelList"/>
    <dgm:cxn modelId="{59A98203-60D5-4767-8ABE-755B20D05069}" type="presParOf" srcId="{0A66B4C5-67EF-4A3B-9354-DF72E6D69080}" destId="{91431512-985C-4592-8B68-DE4D0520C212}" srcOrd="0" destOrd="0" presId="urn:microsoft.com/office/officeart/2018/2/layout/IconLabelList"/>
    <dgm:cxn modelId="{BC6FBE33-82E5-4553-BF20-A9682101FFC3}" type="presParOf" srcId="{0A66B4C5-67EF-4A3B-9354-DF72E6D69080}" destId="{06458629-B063-4CFB-AC31-8E8B6378DE81}" srcOrd="1" destOrd="0" presId="urn:microsoft.com/office/officeart/2018/2/layout/IconLabelList"/>
    <dgm:cxn modelId="{9537164D-14AA-439A-A6B1-DC92ED69FC39}" type="presParOf" srcId="{0A66B4C5-67EF-4A3B-9354-DF72E6D69080}" destId="{A340A696-891C-4320-87C0-4F70064A943E}" srcOrd="2" destOrd="0" presId="urn:microsoft.com/office/officeart/2018/2/layout/IconLabelList"/>
    <dgm:cxn modelId="{BF596411-3580-4868-B810-7A0A7688C8D1}" type="presParOf" srcId="{40D4019C-48C4-45CE-B2E3-5CEE707F54CC}" destId="{2947604A-2976-462C-8094-25B5EC989840}" srcOrd="3" destOrd="0" presId="urn:microsoft.com/office/officeart/2018/2/layout/IconLabelList"/>
    <dgm:cxn modelId="{C5E7BB70-B24E-45C9-9548-ECCFF5485F5F}" type="presParOf" srcId="{40D4019C-48C4-45CE-B2E3-5CEE707F54CC}" destId="{34B66E79-4A0D-4FFA-86B8-41DDD16406B6}" srcOrd="4" destOrd="0" presId="urn:microsoft.com/office/officeart/2018/2/layout/IconLabelList"/>
    <dgm:cxn modelId="{DCE56D0E-36B2-4124-8B85-93106C00220B}" type="presParOf" srcId="{34B66E79-4A0D-4FFA-86B8-41DDD16406B6}" destId="{5233B9A0-AD8F-4A47-BA42-9F0313A19E7F}" srcOrd="0" destOrd="0" presId="urn:microsoft.com/office/officeart/2018/2/layout/IconLabelList"/>
    <dgm:cxn modelId="{6EFD5132-771D-4C24-97B9-7997150D1AAC}" type="presParOf" srcId="{34B66E79-4A0D-4FFA-86B8-41DDD16406B6}" destId="{6D02972B-6EBC-42DC-A426-776568EDA154}" srcOrd="1" destOrd="0" presId="urn:microsoft.com/office/officeart/2018/2/layout/IconLabelList"/>
    <dgm:cxn modelId="{057B0188-9DB8-4699-BF8D-E4CB5EBE28B8}" type="presParOf" srcId="{34B66E79-4A0D-4FFA-86B8-41DDD16406B6}" destId="{6B81EEAF-50E3-4E88-BA8C-708EB6614F32}" srcOrd="2" destOrd="0" presId="urn:microsoft.com/office/officeart/2018/2/layout/IconLabelList"/>
    <dgm:cxn modelId="{45944B77-DFAA-46CE-A7F2-D8678523C5BE}" type="presParOf" srcId="{40D4019C-48C4-45CE-B2E3-5CEE707F54CC}" destId="{7672B368-59AE-4F48-9FC5-7EA0E0611F4C}" srcOrd="5" destOrd="0" presId="urn:microsoft.com/office/officeart/2018/2/layout/IconLabelList"/>
    <dgm:cxn modelId="{F4DBA096-58C0-4CAC-8BB5-1D8260795A21}" type="presParOf" srcId="{40D4019C-48C4-45CE-B2E3-5CEE707F54CC}" destId="{7DD0154F-3B15-4FBF-AC50-0FB919723D44}" srcOrd="6" destOrd="0" presId="urn:microsoft.com/office/officeart/2018/2/layout/IconLabelList"/>
    <dgm:cxn modelId="{F4D9F460-F404-41C3-82A5-FBE1C15FC278}" type="presParOf" srcId="{7DD0154F-3B15-4FBF-AC50-0FB919723D44}" destId="{084155F4-BF40-43E2-93D5-16889877A961}" srcOrd="0" destOrd="0" presId="urn:microsoft.com/office/officeart/2018/2/layout/IconLabelList"/>
    <dgm:cxn modelId="{09FBC211-F11B-4777-AEE5-66ABC965818E}" type="presParOf" srcId="{7DD0154F-3B15-4FBF-AC50-0FB919723D44}" destId="{76305255-81A8-48A3-B7A5-0BE067ECAF91}" srcOrd="1" destOrd="0" presId="urn:microsoft.com/office/officeart/2018/2/layout/IconLabelList"/>
    <dgm:cxn modelId="{50D4EE96-2883-441C-8299-9E7FE4326A07}" type="presParOf" srcId="{7DD0154F-3B15-4FBF-AC50-0FB919723D44}" destId="{234B5E03-63D5-4414-BED6-D96F446911C9}" srcOrd="2" destOrd="0" presId="urn:microsoft.com/office/officeart/2018/2/layout/IconLabelList"/>
    <dgm:cxn modelId="{3CC0BD09-37FC-4D23-AB20-68B809A6AE89}" type="presParOf" srcId="{40D4019C-48C4-45CE-B2E3-5CEE707F54CC}" destId="{C67E2BAC-F2AD-488F-AB76-06897BC83169}" srcOrd="7" destOrd="0" presId="urn:microsoft.com/office/officeart/2018/2/layout/IconLabelList"/>
    <dgm:cxn modelId="{46AFA2FB-F321-446B-9B9A-9048ACA31A4C}" type="presParOf" srcId="{40D4019C-48C4-45CE-B2E3-5CEE707F54CC}" destId="{ED2309F3-6131-4264-93B4-64E0D2FB3A13}" srcOrd="8" destOrd="0" presId="urn:microsoft.com/office/officeart/2018/2/layout/IconLabelList"/>
    <dgm:cxn modelId="{FC59526B-A03D-4895-943B-69E94791196C}" type="presParOf" srcId="{ED2309F3-6131-4264-93B4-64E0D2FB3A13}" destId="{478A1F6D-2412-4FF7-B902-81ADAF0CF7A1}" srcOrd="0" destOrd="0" presId="urn:microsoft.com/office/officeart/2018/2/layout/IconLabelList"/>
    <dgm:cxn modelId="{A364FA95-09E8-4591-9675-310C7AF096E0}" type="presParOf" srcId="{ED2309F3-6131-4264-93B4-64E0D2FB3A13}" destId="{0B11DF37-8A5A-4A12-90BC-09BC2DA71AEE}" srcOrd="1" destOrd="0" presId="urn:microsoft.com/office/officeart/2018/2/layout/IconLabelList"/>
    <dgm:cxn modelId="{A0C5C214-A94C-4A21-A0D9-59E35966207F}" type="presParOf" srcId="{ED2309F3-6131-4264-93B4-64E0D2FB3A13}" destId="{EC4A7A40-BFAE-4014-82B8-57D687241C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A35ED4-0785-46AE-994B-9894ED38AB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58DC10-17E9-41B1-AC8A-37F6FE662E14}">
      <dgm:prSet/>
      <dgm:spPr/>
      <dgm:t>
        <a:bodyPr/>
        <a:lstStyle/>
        <a:p>
          <a:r>
            <a:rPr lang="en-US"/>
            <a:t>Flow: Frontend Client &lt;-&gt; FastAPI Backend &lt;-&gt; Appwrite Database</a:t>
          </a:r>
        </a:p>
      </dgm:t>
    </dgm:pt>
    <dgm:pt modelId="{BB43DDE0-8241-4F71-B939-C2D3C0F6EFBF}" type="parTrans" cxnId="{8CD4F47C-4D3D-4A20-A495-230E20ABF3BA}">
      <dgm:prSet/>
      <dgm:spPr/>
      <dgm:t>
        <a:bodyPr/>
        <a:lstStyle/>
        <a:p>
          <a:endParaRPr lang="en-US"/>
        </a:p>
      </dgm:t>
    </dgm:pt>
    <dgm:pt modelId="{DEB1D3A5-F752-406D-8B55-CB45AB561313}" type="sibTrans" cxnId="{8CD4F47C-4D3D-4A20-A495-230E20ABF3BA}">
      <dgm:prSet/>
      <dgm:spPr/>
      <dgm:t>
        <a:bodyPr/>
        <a:lstStyle/>
        <a:p>
          <a:endParaRPr lang="en-US"/>
        </a:p>
      </dgm:t>
    </dgm:pt>
    <dgm:pt modelId="{EAA1818A-F455-4A47-8C3C-D6F2477C7986}">
      <dgm:prSet/>
      <dgm:spPr/>
      <dgm:t>
        <a:bodyPr/>
        <a:lstStyle/>
        <a:p>
          <a:r>
            <a:rPr lang="en-US"/>
            <a:t>The backend triggers Playwright to scrape external job boards.</a:t>
          </a:r>
        </a:p>
      </dgm:t>
    </dgm:pt>
    <dgm:pt modelId="{F690E0B5-B3A8-43B1-B01E-0504993AACBB}" type="parTrans" cxnId="{671F7B60-5F4C-442D-8099-66CD752F1316}">
      <dgm:prSet/>
      <dgm:spPr/>
      <dgm:t>
        <a:bodyPr/>
        <a:lstStyle/>
        <a:p>
          <a:endParaRPr lang="en-US"/>
        </a:p>
      </dgm:t>
    </dgm:pt>
    <dgm:pt modelId="{655CBA75-7B53-4C9D-9CCA-4DE8F275B601}" type="sibTrans" cxnId="{671F7B60-5F4C-442D-8099-66CD752F1316}">
      <dgm:prSet/>
      <dgm:spPr/>
      <dgm:t>
        <a:bodyPr/>
        <a:lstStyle/>
        <a:p>
          <a:endParaRPr lang="en-US"/>
        </a:p>
      </dgm:t>
    </dgm:pt>
    <dgm:pt modelId="{910DA323-18DA-4E90-BCAE-B9C0DB2A4D29}">
      <dgm:prSet/>
      <dgm:spPr/>
      <dgm:t>
        <a:bodyPr/>
        <a:lstStyle/>
        <a:p>
          <a:r>
            <a:rPr lang="en-US"/>
            <a:t>Scraped text is fed into the Gemini API.</a:t>
          </a:r>
        </a:p>
      </dgm:t>
    </dgm:pt>
    <dgm:pt modelId="{602B5B2C-E177-42CB-87A1-B7E59C5AC746}" type="parTrans" cxnId="{1BF736B4-CF63-4C59-B78C-25BBC42A6692}">
      <dgm:prSet/>
      <dgm:spPr/>
      <dgm:t>
        <a:bodyPr/>
        <a:lstStyle/>
        <a:p>
          <a:endParaRPr lang="en-US"/>
        </a:p>
      </dgm:t>
    </dgm:pt>
    <dgm:pt modelId="{567842A5-CD33-4CE5-B295-C8FFB6D3BA5E}" type="sibTrans" cxnId="{1BF736B4-CF63-4C59-B78C-25BBC42A6692}">
      <dgm:prSet/>
      <dgm:spPr/>
      <dgm:t>
        <a:bodyPr/>
        <a:lstStyle/>
        <a:p>
          <a:endParaRPr lang="en-US"/>
        </a:p>
      </dgm:t>
    </dgm:pt>
    <dgm:pt modelId="{BC4ABB51-FCC7-4D4D-B91B-34533325DB7D}">
      <dgm:prSet/>
      <dgm:spPr/>
      <dgm:t>
        <a:bodyPr/>
        <a:lstStyle/>
        <a:p>
          <a:r>
            <a:rPr lang="en-US"/>
            <a:t>The AI returns structured data (skills, trends) which is saved in Appwrite.</a:t>
          </a:r>
        </a:p>
      </dgm:t>
    </dgm:pt>
    <dgm:pt modelId="{301A9577-37DF-4031-A8D5-0EBC0FA7BA85}" type="parTrans" cxnId="{948824EB-E6B8-4534-9CAC-2B23B8FA63FF}">
      <dgm:prSet/>
      <dgm:spPr/>
      <dgm:t>
        <a:bodyPr/>
        <a:lstStyle/>
        <a:p>
          <a:endParaRPr lang="en-US"/>
        </a:p>
      </dgm:t>
    </dgm:pt>
    <dgm:pt modelId="{878DD81F-5A43-4FD1-A0AD-CBE584D094DF}" type="sibTrans" cxnId="{948824EB-E6B8-4534-9CAC-2B23B8FA63FF}">
      <dgm:prSet/>
      <dgm:spPr/>
      <dgm:t>
        <a:bodyPr/>
        <a:lstStyle/>
        <a:p>
          <a:endParaRPr lang="en-US"/>
        </a:p>
      </dgm:t>
    </dgm:pt>
    <dgm:pt modelId="{779786CE-F99A-4FA1-8B2D-6028C5EF101A}">
      <dgm:prSet/>
      <dgm:spPr/>
      <dgm:t>
        <a:bodyPr/>
        <a:lstStyle/>
        <a:p>
          <a:r>
            <a:rPr lang="en-US"/>
            <a:t>The frontend fetches this data to display interactive Recharts.</a:t>
          </a:r>
        </a:p>
      </dgm:t>
    </dgm:pt>
    <dgm:pt modelId="{CC9079E2-8A84-4483-85D9-3260994CED74}" type="parTrans" cxnId="{B9B797A7-C20D-419D-8035-BFF6D80AC03D}">
      <dgm:prSet/>
      <dgm:spPr/>
      <dgm:t>
        <a:bodyPr/>
        <a:lstStyle/>
        <a:p>
          <a:endParaRPr lang="en-US"/>
        </a:p>
      </dgm:t>
    </dgm:pt>
    <dgm:pt modelId="{54295D6E-31C4-462D-9950-8CBD63E6BB5C}" type="sibTrans" cxnId="{B9B797A7-C20D-419D-8035-BFF6D80AC03D}">
      <dgm:prSet/>
      <dgm:spPr/>
      <dgm:t>
        <a:bodyPr/>
        <a:lstStyle/>
        <a:p>
          <a:endParaRPr lang="en-US"/>
        </a:p>
      </dgm:t>
    </dgm:pt>
    <dgm:pt modelId="{49A435A6-B7A2-4F05-9AB1-75B2139A19A6}" type="pres">
      <dgm:prSet presAssocID="{CDA35ED4-0785-46AE-994B-9894ED38AB45}" presName="root" presStyleCnt="0">
        <dgm:presLayoutVars>
          <dgm:dir/>
          <dgm:resizeHandles val="exact"/>
        </dgm:presLayoutVars>
      </dgm:prSet>
      <dgm:spPr/>
    </dgm:pt>
    <dgm:pt modelId="{E735BFFE-4D25-4253-9258-45530A0D50A0}" type="pres">
      <dgm:prSet presAssocID="{1158DC10-17E9-41B1-AC8A-37F6FE662E14}" presName="compNode" presStyleCnt="0"/>
      <dgm:spPr/>
    </dgm:pt>
    <dgm:pt modelId="{181D0F1B-294E-4314-A4DA-B260692A990D}" type="pres">
      <dgm:prSet presAssocID="{1158DC10-17E9-41B1-AC8A-37F6FE662E1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26A4D5C-9EF3-4BFB-B29C-87FC404B2B4C}" type="pres">
      <dgm:prSet presAssocID="{1158DC10-17E9-41B1-AC8A-37F6FE662E14}" presName="spaceRect" presStyleCnt="0"/>
      <dgm:spPr/>
    </dgm:pt>
    <dgm:pt modelId="{0E4B959D-EE06-41DC-B3FC-FDB5BD47A3EF}" type="pres">
      <dgm:prSet presAssocID="{1158DC10-17E9-41B1-AC8A-37F6FE662E14}" presName="textRect" presStyleLbl="revTx" presStyleIdx="0" presStyleCnt="5">
        <dgm:presLayoutVars>
          <dgm:chMax val="1"/>
          <dgm:chPref val="1"/>
        </dgm:presLayoutVars>
      </dgm:prSet>
      <dgm:spPr/>
    </dgm:pt>
    <dgm:pt modelId="{8185AE54-A775-4BAB-90D3-429C40AC9014}" type="pres">
      <dgm:prSet presAssocID="{DEB1D3A5-F752-406D-8B55-CB45AB561313}" presName="sibTrans" presStyleCnt="0"/>
      <dgm:spPr/>
    </dgm:pt>
    <dgm:pt modelId="{BBFCF571-59F8-4E63-A063-81CD55D1E179}" type="pres">
      <dgm:prSet presAssocID="{EAA1818A-F455-4A47-8C3C-D6F2477C7986}" presName="compNode" presStyleCnt="0"/>
      <dgm:spPr/>
    </dgm:pt>
    <dgm:pt modelId="{B44BF8FC-0408-4E8A-9470-CAB8A99F618C}" type="pres">
      <dgm:prSet presAssocID="{EAA1818A-F455-4A47-8C3C-D6F2477C798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ils"/>
        </a:ext>
      </dgm:extLst>
    </dgm:pt>
    <dgm:pt modelId="{3A5BDAC3-C93D-4B4F-A02D-D88B6500A402}" type="pres">
      <dgm:prSet presAssocID="{EAA1818A-F455-4A47-8C3C-D6F2477C7986}" presName="spaceRect" presStyleCnt="0"/>
      <dgm:spPr/>
    </dgm:pt>
    <dgm:pt modelId="{408967E0-27D8-4734-BADF-80C556233345}" type="pres">
      <dgm:prSet presAssocID="{EAA1818A-F455-4A47-8C3C-D6F2477C7986}" presName="textRect" presStyleLbl="revTx" presStyleIdx="1" presStyleCnt="5">
        <dgm:presLayoutVars>
          <dgm:chMax val="1"/>
          <dgm:chPref val="1"/>
        </dgm:presLayoutVars>
      </dgm:prSet>
      <dgm:spPr/>
    </dgm:pt>
    <dgm:pt modelId="{48B092C1-BCFC-4434-A035-8E5C4730D823}" type="pres">
      <dgm:prSet presAssocID="{655CBA75-7B53-4C9D-9CCA-4DE8F275B601}" presName="sibTrans" presStyleCnt="0"/>
      <dgm:spPr/>
    </dgm:pt>
    <dgm:pt modelId="{17BE70D7-F414-44B0-A69F-F1EDA69C77C7}" type="pres">
      <dgm:prSet presAssocID="{910DA323-18DA-4E90-BCAE-B9C0DB2A4D29}" presName="compNode" presStyleCnt="0"/>
      <dgm:spPr/>
    </dgm:pt>
    <dgm:pt modelId="{58F222A2-EA23-4CFF-B5CD-ED1455A2431D}" type="pres">
      <dgm:prSet presAssocID="{910DA323-18DA-4E90-BCAE-B9C0DB2A4D2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1175911-FFEA-42F5-AA68-481590F4A3E1}" type="pres">
      <dgm:prSet presAssocID="{910DA323-18DA-4E90-BCAE-B9C0DB2A4D29}" presName="spaceRect" presStyleCnt="0"/>
      <dgm:spPr/>
    </dgm:pt>
    <dgm:pt modelId="{258E30DE-79AE-42A0-A8F5-D07D33520DAA}" type="pres">
      <dgm:prSet presAssocID="{910DA323-18DA-4E90-BCAE-B9C0DB2A4D29}" presName="textRect" presStyleLbl="revTx" presStyleIdx="2" presStyleCnt="5">
        <dgm:presLayoutVars>
          <dgm:chMax val="1"/>
          <dgm:chPref val="1"/>
        </dgm:presLayoutVars>
      </dgm:prSet>
      <dgm:spPr/>
    </dgm:pt>
    <dgm:pt modelId="{AC701ADA-BEB1-4ABF-A69C-2D7051F3FC6A}" type="pres">
      <dgm:prSet presAssocID="{567842A5-CD33-4CE5-B295-C8FFB6D3BA5E}" presName="sibTrans" presStyleCnt="0"/>
      <dgm:spPr/>
    </dgm:pt>
    <dgm:pt modelId="{47873071-5F09-41EA-ABC8-E71C65538F54}" type="pres">
      <dgm:prSet presAssocID="{BC4ABB51-FCC7-4D4D-B91B-34533325DB7D}" presName="compNode" presStyleCnt="0"/>
      <dgm:spPr/>
    </dgm:pt>
    <dgm:pt modelId="{79E66E77-A054-468C-8CDB-8101505F1920}" type="pres">
      <dgm:prSet presAssocID="{BC4ABB51-FCC7-4D4D-B91B-34533325DB7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7C4175A-1028-4D3E-92F4-B06CFB559984}" type="pres">
      <dgm:prSet presAssocID="{BC4ABB51-FCC7-4D4D-B91B-34533325DB7D}" presName="spaceRect" presStyleCnt="0"/>
      <dgm:spPr/>
    </dgm:pt>
    <dgm:pt modelId="{23D7CC53-23E4-409A-B6E8-134B5B323353}" type="pres">
      <dgm:prSet presAssocID="{BC4ABB51-FCC7-4D4D-B91B-34533325DB7D}" presName="textRect" presStyleLbl="revTx" presStyleIdx="3" presStyleCnt="5">
        <dgm:presLayoutVars>
          <dgm:chMax val="1"/>
          <dgm:chPref val="1"/>
        </dgm:presLayoutVars>
      </dgm:prSet>
      <dgm:spPr/>
    </dgm:pt>
    <dgm:pt modelId="{C51A3DEC-E330-47BC-8BA7-222D054365AB}" type="pres">
      <dgm:prSet presAssocID="{878DD81F-5A43-4FD1-A0AD-CBE584D094DF}" presName="sibTrans" presStyleCnt="0"/>
      <dgm:spPr/>
    </dgm:pt>
    <dgm:pt modelId="{A9900547-FF41-4ED3-B875-75FB7F210116}" type="pres">
      <dgm:prSet presAssocID="{779786CE-F99A-4FA1-8B2D-6028C5EF101A}" presName="compNode" presStyleCnt="0"/>
      <dgm:spPr/>
    </dgm:pt>
    <dgm:pt modelId="{19CD9827-69AF-4C58-A169-7F93F7F5379D}" type="pres">
      <dgm:prSet presAssocID="{779786CE-F99A-4FA1-8B2D-6028C5EF101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8A83946-99DA-4FED-9898-36A7F7FCA843}" type="pres">
      <dgm:prSet presAssocID="{779786CE-F99A-4FA1-8B2D-6028C5EF101A}" presName="spaceRect" presStyleCnt="0"/>
      <dgm:spPr/>
    </dgm:pt>
    <dgm:pt modelId="{1055F3CE-562D-49B4-A15A-E19820A2729F}" type="pres">
      <dgm:prSet presAssocID="{779786CE-F99A-4FA1-8B2D-6028C5EF10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71F7B60-5F4C-442D-8099-66CD752F1316}" srcId="{CDA35ED4-0785-46AE-994B-9894ED38AB45}" destId="{EAA1818A-F455-4A47-8C3C-D6F2477C7986}" srcOrd="1" destOrd="0" parTransId="{F690E0B5-B3A8-43B1-B01E-0504993AACBB}" sibTransId="{655CBA75-7B53-4C9D-9CCA-4DE8F275B601}"/>
    <dgm:cxn modelId="{C52C4C63-A2DB-4AA3-9D55-4701F9001676}" type="presOf" srcId="{1158DC10-17E9-41B1-AC8A-37F6FE662E14}" destId="{0E4B959D-EE06-41DC-B3FC-FDB5BD47A3EF}" srcOrd="0" destOrd="0" presId="urn:microsoft.com/office/officeart/2018/2/layout/IconLabelList"/>
    <dgm:cxn modelId="{8CD4F47C-4D3D-4A20-A495-230E20ABF3BA}" srcId="{CDA35ED4-0785-46AE-994B-9894ED38AB45}" destId="{1158DC10-17E9-41B1-AC8A-37F6FE662E14}" srcOrd="0" destOrd="0" parTransId="{BB43DDE0-8241-4F71-B939-C2D3C0F6EFBF}" sibTransId="{DEB1D3A5-F752-406D-8B55-CB45AB561313}"/>
    <dgm:cxn modelId="{2063C39B-E1C5-4D94-B538-81B796AE5D20}" type="presOf" srcId="{779786CE-F99A-4FA1-8B2D-6028C5EF101A}" destId="{1055F3CE-562D-49B4-A15A-E19820A2729F}" srcOrd="0" destOrd="0" presId="urn:microsoft.com/office/officeart/2018/2/layout/IconLabelList"/>
    <dgm:cxn modelId="{29CA90A4-32AD-479D-A164-BE717B15AE8B}" type="presOf" srcId="{CDA35ED4-0785-46AE-994B-9894ED38AB45}" destId="{49A435A6-B7A2-4F05-9AB1-75B2139A19A6}" srcOrd="0" destOrd="0" presId="urn:microsoft.com/office/officeart/2018/2/layout/IconLabelList"/>
    <dgm:cxn modelId="{B9B797A7-C20D-419D-8035-BFF6D80AC03D}" srcId="{CDA35ED4-0785-46AE-994B-9894ED38AB45}" destId="{779786CE-F99A-4FA1-8B2D-6028C5EF101A}" srcOrd="4" destOrd="0" parTransId="{CC9079E2-8A84-4483-85D9-3260994CED74}" sibTransId="{54295D6E-31C4-462D-9950-8CBD63E6BB5C}"/>
    <dgm:cxn modelId="{1BF736B4-CF63-4C59-B78C-25BBC42A6692}" srcId="{CDA35ED4-0785-46AE-994B-9894ED38AB45}" destId="{910DA323-18DA-4E90-BCAE-B9C0DB2A4D29}" srcOrd="2" destOrd="0" parTransId="{602B5B2C-E177-42CB-87A1-B7E59C5AC746}" sibTransId="{567842A5-CD33-4CE5-B295-C8FFB6D3BA5E}"/>
    <dgm:cxn modelId="{0DEF44DE-2246-4CCD-9FA1-B433E93CE942}" type="presOf" srcId="{910DA323-18DA-4E90-BCAE-B9C0DB2A4D29}" destId="{258E30DE-79AE-42A0-A8F5-D07D33520DAA}" srcOrd="0" destOrd="0" presId="urn:microsoft.com/office/officeart/2018/2/layout/IconLabelList"/>
    <dgm:cxn modelId="{743656DE-D1C7-42F5-8F23-757567FFFC23}" type="presOf" srcId="{BC4ABB51-FCC7-4D4D-B91B-34533325DB7D}" destId="{23D7CC53-23E4-409A-B6E8-134B5B323353}" srcOrd="0" destOrd="0" presId="urn:microsoft.com/office/officeart/2018/2/layout/IconLabelList"/>
    <dgm:cxn modelId="{948824EB-E6B8-4534-9CAC-2B23B8FA63FF}" srcId="{CDA35ED4-0785-46AE-994B-9894ED38AB45}" destId="{BC4ABB51-FCC7-4D4D-B91B-34533325DB7D}" srcOrd="3" destOrd="0" parTransId="{301A9577-37DF-4031-A8D5-0EBC0FA7BA85}" sibTransId="{878DD81F-5A43-4FD1-A0AD-CBE584D094DF}"/>
    <dgm:cxn modelId="{5565A4FA-D5CB-41C7-99E4-9E58D27C06F6}" type="presOf" srcId="{EAA1818A-F455-4A47-8C3C-D6F2477C7986}" destId="{408967E0-27D8-4734-BADF-80C556233345}" srcOrd="0" destOrd="0" presId="urn:microsoft.com/office/officeart/2018/2/layout/IconLabelList"/>
    <dgm:cxn modelId="{AE6F5AD4-234E-48BF-A12D-0A9DFEC327A4}" type="presParOf" srcId="{49A435A6-B7A2-4F05-9AB1-75B2139A19A6}" destId="{E735BFFE-4D25-4253-9258-45530A0D50A0}" srcOrd="0" destOrd="0" presId="urn:microsoft.com/office/officeart/2018/2/layout/IconLabelList"/>
    <dgm:cxn modelId="{02995E63-6095-4CF9-9783-E315DCAEBA03}" type="presParOf" srcId="{E735BFFE-4D25-4253-9258-45530A0D50A0}" destId="{181D0F1B-294E-4314-A4DA-B260692A990D}" srcOrd="0" destOrd="0" presId="urn:microsoft.com/office/officeart/2018/2/layout/IconLabelList"/>
    <dgm:cxn modelId="{13325BD2-4C58-43CF-92D3-1995788BD6EB}" type="presParOf" srcId="{E735BFFE-4D25-4253-9258-45530A0D50A0}" destId="{326A4D5C-9EF3-4BFB-B29C-87FC404B2B4C}" srcOrd="1" destOrd="0" presId="urn:microsoft.com/office/officeart/2018/2/layout/IconLabelList"/>
    <dgm:cxn modelId="{0839B9A4-36F9-4191-8318-D32813D0372B}" type="presParOf" srcId="{E735BFFE-4D25-4253-9258-45530A0D50A0}" destId="{0E4B959D-EE06-41DC-B3FC-FDB5BD47A3EF}" srcOrd="2" destOrd="0" presId="urn:microsoft.com/office/officeart/2018/2/layout/IconLabelList"/>
    <dgm:cxn modelId="{CB611BF4-C551-4836-86F9-83554DCB5CAA}" type="presParOf" srcId="{49A435A6-B7A2-4F05-9AB1-75B2139A19A6}" destId="{8185AE54-A775-4BAB-90D3-429C40AC9014}" srcOrd="1" destOrd="0" presId="urn:microsoft.com/office/officeart/2018/2/layout/IconLabelList"/>
    <dgm:cxn modelId="{D5F18243-A195-4C98-BB0B-2A2FB09E7A8D}" type="presParOf" srcId="{49A435A6-B7A2-4F05-9AB1-75B2139A19A6}" destId="{BBFCF571-59F8-4E63-A063-81CD55D1E179}" srcOrd="2" destOrd="0" presId="urn:microsoft.com/office/officeart/2018/2/layout/IconLabelList"/>
    <dgm:cxn modelId="{35802304-8D73-4CF8-A1E2-FB13786786C1}" type="presParOf" srcId="{BBFCF571-59F8-4E63-A063-81CD55D1E179}" destId="{B44BF8FC-0408-4E8A-9470-CAB8A99F618C}" srcOrd="0" destOrd="0" presId="urn:microsoft.com/office/officeart/2018/2/layout/IconLabelList"/>
    <dgm:cxn modelId="{0DB74067-34B0-428D-8CC9-9BFCE73D79E5}" type="presParOf" srcId="{BBFCF571-59F8-4E63-A063-81CD55D1E179}" destId="{3A5BDAC3-C93D-4B4F-A02D-D88B6500A402}" srcOrd="1" destOrd="0" presId="urn:microsoft.com/office/officeart/2018/2/layout/IconLabelList"/>
    <dgm:cxn modelId="{1ADF7EFF-777C-4096-8FF8-542A6C63D1CA}" type="presParOf" srcId="{BBFCF571-59F8-4E63-A063-81CD55D1E179}" destId="{408967E0-27D8-4734-BADF-80C556233345}" srcOrd="2" destOrd="0" presId="urn:microsoft.com/office/officeart/2018/2/layout/IconLabelList"/>
    <dgm:cxn modelId="{0A26CC7A-DB34-4008-B615-C02B188880E7}" type="presParOf" srcId="{49A435A6-B7A2-4F05-9AB1-75B2139A19A6}" destId="{48B092C1-BCFC-4434-A035-8E5C4730D823}" srcOrd="3" destOrd="0" presId="urn:microsoft.com/office/officeart/2018/2/layout/IconLabelList"/>
    <dgm:cxn modelId="{EE7EEF18-8784-4C03-A8BF-5B8825AA5F49}" type="presParOf" srcId="{49A435A6-B7A2-4F05-9AB1-75B2139A19A6}" destId="{17BE70D7-F414-44B0-A69F-F1EDA69C77C7}" srcOrd="4" destOrd="0" presId="urn:microsoft.com/office/officeart/2018/2/layout/IconLabelList"/>
    <dgm:cxn modelId="{D54D2392-B3D5-40C6-ABE7-F02FF6EEA55A}" type="presParOf" srcId="{17BE70D7-F414-44B0-A69F-F1EDA69C77C7}" destId="{58F222A2-EA23-4CFF-B5CD-ED1455A2431D}" srcOrd="0" destOrd="0" presId="urn:microsoft.com/office/officeart/2018/2/layout/IconLabelList"/>
    <dgm:cxn modelId="{E7911503-CDA1-4999-B002-F186DA6C6DC4}" type="presParOf" srcId="{17BE70D7-F414-44B0-A69F-F1EDA69C77C7}" destId="{91175911-FFEA-42F5-AA68-481590F4A3E1}" srcOrd="1" destOrd="0" presId="urn:microsoft.com/office/officeart/2018/2/layout/IconLabelList"/>
    <dgm:cxn modelId="{157567D6-83CA-45E7-B330-023437BC603B}" type="presParOf" srcId="{17BE70D7-F414-44B0-A69F-F1EDA69C77C7}" destId="{258E30DE-79AE-42A0-A8F5-D07D33520DAA}" srcOrd="2" destOrd="0" presId="urn:microsoft.com/office/officeart/2018/2/layout/IconLabelList"/>
    <dgm:cxn modelId="{7F5C19AA-0E32-45FE-9CBA-7A89FF61333D}" type="presParOf" srcId="{49A435A6-B7A2-4F05-9AB1-75B2139A19A6}" destId="{AC701ADA-BEB1-4ABF-A69C-2D7051F3FC6A}" srcOrd="5" destOrd="0" presId="urn:microsoft.com/office/officeart/2018/2/layout/IconLabelList"/>
    <dgm:cxn modelId="{523FA46B-B2D6-4009-9966-DB6D20BB7C9E}" type="presParOf" srcId="{49A435A6-B7A2-4F05-9AB1-75B2139A19A6}" destId="{47873071-5F09-41EA-ABC8-E71C65538F54}" srcOrd="6" destOrd="0" presId="urn:microsoft.com/office/officeart/2018/2/layout/IconLabelList"/>
    <dgm:cxn modelId="{7237237E-E9C4-41D8-9910-C362C29BB99E}" type="presParOf" srcId="{47873071-5F09-41EA-ABC8-E71C65538F54}" destId="{79E66E77-A054-468C-8CDB-8101505F1920}" srcOrd="0" destOrd="0" presId="urn:microsoft.com/office/officeart/2018/2/layout/IconLabelList"/>
    <dgm:cxn modelId="{7C255CC0-17F9-4FCA-90F3-C0F3E07BF81D}" type="presParOf" srcId="{47873071-5F09-41EA-ABC8-E71C65538F54}" destId="{87C4175A-1028-4D3E-92F4-B06CFB559984}" srcOrd="1" destOrd="0" presId="urn:microsoft.com/office/officeart/2018/2/layout/IconLabelList"/>
    <dgm:cxn modelId="{6B11FE9D-26EA-4FC4-A4EE-4004A4E18263}" type="presParOf" srcId="{47873071-5F09-41EA-ABC8-E71C65538F54}" destId="{23D7CC53-23E4-409A-B6E8-134B5B323353}" srcOrd="2" destOrd="0" presId="urn:microsoft.com/office/officeart/2018/2/layout/IconLabelList"/>
    <dgm:cxn modelId="{93E9C6A0-EE1F-40AE-BEF3-4A603BCAA0A6}" type="presParOf" srcId="{49A435A6-B7A2-4F05-9AB1-75B2139A19A6}" destId="{C51A3DEC-E330-47BC-8BA7-222D054365AB}" srcOrd="7" destOrd="0" presId="urn:microsoft.com/office/officeart/2018/2/layout/IconLabelList"/>
    <dgm:cxn modelId="{B066EEBB-B009-4159-A729-165FEE694200}" type="presParOf" srcId="{49A435A6-B7A2-4F05-9AB1-75B2139A19A6}" destId="{A9900547-FF41-4ED3-B875-75FB7F210116}" srcOrd="8" destOrd="0" presId="urn:microsoft.com/office/officeart/2018/2/layout/IconLabelList"/>
    <dgm:cxn modelId="{7DE125EA-FA03-41B7-971A-6C1F7DDA0880}" type="presParOf" srcId="{A9900547-FF41-4ED3-B875-75FB7F210116}" destId="{19CD9827-69AF-4C58-A169-7F93F7F5379D}" srcOrd="0" destOrd="0" presId="urn:microsoft.com/office/officeart/2018/2/layout/IconLabelList"/>
    <dgm:cxn modelId="{77BABB93-53C5-4AAF-89E2-844C2940EC21}" type="presParOf" srcId="{A9900547-FF41-4ED3-B875-75FB7F210116}" destId="{18A83946-99DA-4FED-9898-36A7F7FCA843}" srcOrd="1" destOrd="0" presId="urn:microsoft.com/office/officeart/2018/2/layout/IconLabelList"/>
    <dgm:cxn modelId="{3FDDF330-C73D-47D0-B061-7EB2D403DF26}" type="presParOf" srcId="{A9900547-FF41-4ED3-B875-75FB7F210116}" destId="{1055F3CE-562D-49B4-A15A-E19820A272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6A408C-5B24-430A-AECD-0F32D702A4F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10E372-C946-4FD5-902E-7C0A517B90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User Authentication (Appwrite).</a:t>
          </a:r>
        </a:p>
      </dgm:t>
    </dgm:pt>
    <dgm:pt modelId="{FAA4A154-90BF-450F-A3F7-C2F2724B06F1}" type="parTrans" cxnId="{17D0C065-CAA2-49CD-A557-DFB38F32F7BA}">
      <dgm:prSet/>
      <dgm:spPr/>
      <dgm:t>
        <a:bodyPr/>
        <a:lstStyle/>
        <a:p>
          <a:endParaRPr lang="en-US"/>
        </a:p>
      </dgm:t>
    </dgm:pt>
    <dgm:pt modelId="{9A7040A5-CD89-4EDF-8706-F79083B8D632}" type="sibTrans" cxnId="{17D0C065-CAA2-49CD-A557-DFB38F32F7BA}">
      <dgm:prSet/>
      <dgm:spPr/>
      <dgm:t>
        <a:bodyPr/>
        <a:lstStyle/>
        <a:p>
          <a:endParaRPr lang="en-US"/>
        </a:p>
      </dgm:t>
    </dgm:pt>
    <dgm:pt modelId="{B59CF89C-CC67-45FE-9998-C40DE1155E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Web Scraping (Playwright).</a:t>
          </a:r>
        </a:p>
      </dgm:t>
    </dgm:pt>
    <dgm:pt modelId="{3A80BC94-1AFB-4FC1-8EB0-8CEBA8CB98D5}" type="parTrans" cxnId="{6A747145-E0B1-460D-A4EC-5F921FF47A5C}">
      <dgm:prSet/>
      <dgm:spPr/>
      <dgm:t>
        <a:bodyPr/>
        <a:lstStyle/>
        <a:p>
          <a:endParaRPr lang="en-US"/>
        </a:p>
      </dgm:t>
    </dgm:pt>
    <dgm:pt modelId="{05AFBB27-8130-4BE6-AD4E-01B76383BE39}" type="sibTrans" cxnId="{6A747145-E0B1-460D-A4EC-5F921FF47A5C}">
      <dgm:prSet/>
      <dgm:spPr/>
      <dgm:t>
        <a:bodyPr/>
        <a:lstStyle/>
        <a:p>
          <a:endParaRPr lang="en-US"/>
        </a:p>
      </dgm:t>
    </dgm:pt>
    <dgm:pt modelId="{F16DAA8E-FA11-4102-8E88-F1AC6B168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Job Description Analysis (Gemini).</a:t>
          </a:r>
        </a:p>
      </dgm:t>
    </dgm:pt>
    <dgm:pt modelId="{AF4D7AA6-CBB9-42FA-A11B-5B35C232EA71}" type="parTrans" cxnId="{FDB6D55A-ED77-4450-87B5-4E8BFF3661B0}">
      <dgm:prSet/>
      <dgm:spPr/>
      <dgm:t>
        <a:bodyPr/>
        <a:lstStyle/>
        <a:p>
          <a:endParaRPr lang="en-US"/>
        </a:p>
      </dgm:t>
    </dgm:pt>
    <dgm:pt modelId="{99AC1C39-2B34-4006-A0E9-2D1EA6B524F2}" type="sibTrans" cxnId="{FDB6D55A-ED77-4450-87B5-4E8BFF3661B0}">
      <dgm:prSet/>
      <dgm:spPr/>
      <dgm:t>
        <a:bodyPr/>
        <a:lstStyle/>
        <a:p>
          <a:endParaRPr lang="en-US"/>
        </a:p>
      </dgm:t>
    </dgm:pt>
    <dgm:pt modelId="{D855195D-3185-4D9E-B04A-D269F4B76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 Analytics Dashboard (Recharts/Chart.js).</a:t>
          </a:r>
        </a:p>
      </dgm:t>
    </dgm:pt>
    <dgm:pt modelId="{F78C9037-CC6B-4F4E-B6BC-922C5563C7CE}" type="parTrans" cxnId="{97C8DF29-FDE1-4834-A001-0DD5402FF86B}">
      <dgm:prSet/>
      <dgm:spPr/>
      <dgm:t>
        <a:bodyPr/>
        <a:lstStyle/>
        <a:p>
          <a:endParaRPr lang="en-US"/>
        </a:p>
      </dgm:t>
    </dgm:pt>
    <dgm:pt modelId="{E70D477D-8E26-4900-8092-F4FFD86CCD81}" type="sibTrans" cxnId="{97C8DF29-FDE1-4834-A001-0DD5402FF86B}">
      <dgm:prSet/>
      <dgm:spPr/>
      <dgm:t>
        <a:bodyPr/>
        <a:lstStyle/>
        <a:p>
          <a:endParaRPr lang="en-US"/>
        </a:p>
      </dgm:t>
    </dgm:pt>
    <dgm:pt modelId="{3D091693-DAD4-4996-9D93-E5FF65947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Recruiter Intelligence Directory (HR Contact extraction).</a:t>
          </a:r>
        </a:p>
      </dgm:t>
    </dgm:pt>
    <dgm:pt modelId="{04854557-B853-4B0F-B216-8486CA4D12A0}" type="parTrans" cxnId="{0EC5073F-40A6-48CE-8E13-669DD99E2C64}">
      <dgm:prSet/>
      <dgm:spPr/>
      <dgm:t>
        <a:bodyPr/>
        <a:lstStyle/>
        <a:p>
          <a:endParaRPr lang="en-US"/>
        </a:p>
      </dgm:t>
    </dgm:pt>
    <dgm:pt modelId="{8ABE6E8A-8A0D-4B1C-9074-79214A6118CB}" type="sibTrans" cxnId="{0EC5073F-40A6-48CE-8E13-669DD99E2C64}">
      <dgm:prSet/>
      <dgm:spPr/>
      <dgm:t>
        <a:bodyPr/>
        <a:lstStyle/>
        <a:p>
          <a:endParaRPr lang="en-US"/>
        </a:p>
      </dgm:t>
    </dgm:pt>
    <dgm:pt modelId="{8D1DDEEC-F55B-4211-AE21-452C60C1E3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 Generation (CSV/Excel exports).</a:t>
          </a:r>
        </a:p>
      </dgm:t>
    </dgm:pt>
    <dgm:pt modelId="{75A647E2-F9A0-4F66-8BF8-EDE1EF3E88CB}" type="parTrans" cxnId="{2EEF8D83-339A-43C9-8A7A-458980A29201}">
      <dgm:prSet/>
      <dgm:spPr/>
      <dgm:t>
        <a:bodyPr/>
        <a:lstStyle/>
        <a:p>
          <a:endParaRPr lang="en-US"/>
        </a:p>
      </dgm:t>
    </dgm:pt>
    <dgm:pt modelId="{E520EEB6-17F1-4F34-AC3D-0937F4EEFAEA}" type="sibTrans" cxnId="{2EEF8D83-339A-43C9-8A7A-458980A29201}">
      <dgm:prSet/>
      <dgm:spPr/>
      <dgm:t>
        <a:bodyPr/>
        <a:lstStyle/>
        <a:p>
          <a:endParaRPr lang="en-US"/>
        </a:p>
      </dgm:t>
    </dgm:pt>
    <dgm:pt modelId="{C1F4A511-88A1-4DDE-BB8E-39332CDEFF09}" type="pres">
      <dgm:prSet presAssocID="{FD6A408C-5B24-430A-AECD-0F32D702A4FA}" presName="root" presStyleCnt="0">
        <dgm:presLayoutVars>
          <dgm:dir/>
          <dgm:resizeHandles val="exact"/>
        </dgm:presLayoutVars>
      </dgm:prSet>
      <dgm:spPr/>
    </dgm:pt>
    <dgm:pt modelId="{9A7A4E24-7962-4A09-90A9-6133F6B9E6F2}" type="pres">
      <dgm:prSet presAssocID="{EF10E372-C946-4FD5-902E-7C0A517B9083}" presName="compNode" presStyleCnt="0"/>
      <dgm:spPr/>
    </dgm:pt>
    <dgm:pt modelId="{86119022-0C11-45CF-87C3-042EC53A1AC5}" type="pres">
      <dgm:prSet presAssocID="{EF10E372-C946-4FD5-902E-7C0A517B908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9C19509-4C6A-46EB-AD20-FF62CA20FF64}" type="pres">
      <dgm:prSet presAssocID="{EF10E372-C946-4FD5-902E-7C0A517B9083}" presName="spaceRect" presStyleCnt="0"/>
      <dgm:spPr/>
    </dgm:pt>
    <dgm:pt modelId="{173366C7-5709-4CBC-A5AE-712F061E2C63}" type="pres">
      <dgm:prSet presAssocID="{EF10E372-C946-4FD5-902E-7C0A517B9083}" presName="textRect" presStyleLbl="revTx" presStyleIdx="0" presStyleCnt="6">
        <dgm:presLayoutVars>
          <dgm:chMax val="1"/>
          <dgm:chPref val="1"/>
        </dgm:presLayoutVars>
      </dgm:prSet>
      <dgm:spPr/>
    </dgm:pt>
    <dgm:pt modelId="{564F0618-096E-43C8-8522-91A0FE68B18F}" type="pres">
      <dgm:prSet presAssocID="{9A7040A5-CD89-4EDF-8706-F79083B8D632}" presName="sibTrans" presStyleCnt="0"/>
      <dgm:spPr/>
    </dgm:pt>
    <dgm:pt modelId="{8C0E6A86-C9AE-43E9-B788-BC5EC289F719}" type="pres">
      <dgm:prSet presAssocID="{B59CF89C-CC67-45FE-9998-C40DE1155E58}" presName="compNode" presStyleCnt="0"/>
      <dgm:spPr/>
    </dgm:pt>
    <dgm:pt modelId="{02147B55-FB4A-43BD-B0C4-9D42EBB73E91}" type="pres">
      <dgm:prSet presAssocID="{B59CF89C-CC67-45FE-9998-C40DE1155E5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96C0C762-0B20-4E32-8752-992FB3358817}" type="pres">
      <dgm:prSet presAssocID="{B59CF89C-CC67-45FE-9998-C40DE1155E58}" presName="spaceRect" presStyleCnt="0"/>
      <dgm:spPr/>
    </dgm:pt>
    <dgm:pt modelId="{95674DAA-DFB6-4810-9827-4B9F90579027}" type="pres">
      <dgm:prSet presAssocID="{B59CF89C-CC67-45FE-9998-C40DE1155E58}" presName="textRect" presStyleLbl="revTx" presStyleIdx="1" presStyleCnt="6">
        <dgm:presLayoutVars>
          <dgm:chMax val="1"/>
          <dgm:chPref val="1"/>
        </dgm:presLayoutVars>
      </dgm:prSet>
      <dgm:spPr/>
    </dgm:pt>
    <dgm:pt modelId="{DF58610C-C6B7-40E3-BAA5-56B70809C255}" type="pres">
      <dgm:prSet presAssocID="{05AFBB27-8130-4BE6-AD4E-01B76383BE39}" presName="sibTrans" presStyleCnt="0"/>
      <dgm:spPr/>
    </dgm:pt>
    <dgm:pt modelId="{1352DB48-9966-4501-AD88-FB94C4D92E66}" type="pres">
      <dgm:prSet presAssocID="{F16DAA8E-FA11-4102-8E88-F1AC6B168AA9}" presName="compNode" presStyleCnt="0"/>
      <dgm:spPr/>
    </dgm:pt>
    <dgm:pt modelId="{0C041207-6B30-4CB7-9D26-2DC71E74098C}" type="pres">
      <dgm:prSet presAssocID="{F16DAA8E-FA11-4102-8E88-F1AC6B168AA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76E18F-AEB7-45A3-98CF-26FEC7061352}" type="pres">
      <dgm:prSet presAssocID="{F16DAA8E-FA11-4102-8E88-F1AC6B168AA9}" presName="spaceRect" presStyleCnt="0"/>
      <dgm:spPr/>
    </dgm:pt>
    <dgm:pt modelId="{48EDF098-5C20-4942-A64C-FDCE3144C93D}" type="pres">
      <dgm:prSet presAssocID="{F16DAA8E-FA11-4102-8E88-F1AC6B168AA9}" presName="textRect" presStyleLbl="revTx" presStyleIdx="2" presStyleCnt="6">
        <dgm:presLayoutVars>
          <dgm:chMax val="1"/>
          <dgm:chPref val="1"/>
        </dgm:presLayoutVars>
      </dgm:prSet>
      <dgm:spPr/>
    </dgm:pt>
    <dgm:pt modelId="{027FC561-B6DF-4341-8977-7869F2C4BC6B}" type="pres">
      <dgm:prSet presAssocID="{99AC1C39-2B34-4006-A0E9-2D1EA6B524F2}" presName="sibTrans" presStyleCnt="0"/>
      <dgm:spPr/>
    </dgm:pt>
    <dgm:pt modelId="{F7212D67-9400-407F-8F36-98769F507FE7}" type="pres">
      <dgm:prSet presAssocID="{D855195D-3185-4D9E-B04A-D269F4B76FF4}" presName="compNode" presStyleCnt="0"/>
      <dgm:spPr/>
    </dgm:pt>
    <dgm:pt modelId="{0930E2EF-62FC-4350-85A8-4FE5A811CD1C}" type="pres">
      <dgm:prSet presAssocID="{D855195D-3185-4D9E-B04A-D269F4B76FF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A1BFCEC-7A7D-4392-AE2F-8CE0960B5869}" type="pres">
      <dgm:prSet presAssocID="{D855195D-3185-4D9E-B04A-D269F4B76FF4}" presName="spaceRect" presStyleCnt="0"/>
      <dgm:spPr/>
    </dgm:pt>
    <dgm:pt modelId="{311CED08-BD45-4CC6-B317-0969F516A9DE}" type="pres">
      <dgm:prSet presAssocID="{D855195D-3185-4D9E-B04A-D269F4B76FF4}" presName="textRect" presStyleLbl="revTx" presStyleIdx="3" presStyleCnt="6">
        <dgm:presLayoutVars>
          <dgm:chMax val="1"/>
          <dgm:chPref val="1"/>
        </dgm:presLayoutVars>
      </dgm:prSet>
      <dgm:spPr/>
    </dgm:pt>
    <dgm:pt modelId="{9ED9B56A-98D1-4C3F-8562-954F086E8122}" type="pres">
      <dgm:prSet presAssocID="{E70D477D-8E26-4900-8092-F4FFD86CCD81}" presName="sibTrans" presStyleCnt="0"/>
      <dgm:spPr/>
    </dgm:pt>
    <dgm:pt modelId="{69A34584-7F0B-4310-A302-BB06C58E637B}" type="pres">
      <dgm:prSet presAssocID="{3D091693-DAD4-4996-9D93-E5FF659474F3}" presName="compNode" presStyleCnt="0"/>
      <dgm:spPr/>
    </dgm:pt>
    <dgm:pt modelId="{29E97790-BB4B-4558-8718-136E0BC04D85}" type="pres">
      <dgm:prSet presAssocID="{3D091693-DAD4-4996-9D93-E5FF659474F3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DBDE104-3E22-4AC0-B858-DEA851879502}" type="pres">
      <dgm:prSet presAssocID="{3D091693-DAD4-4996-9D93-E5FF659474F3}" presName="spaceRect" presStyleCnt="0"/>
      <dgm:spPr/>
    </dgm:pt>
    <dgm:pt modelId="{BBCBEF38-21FE-4A71-A532-F0FA5C413434}" type="pres">
      <dgm:prSet presAssocID="{3D091693-DAD4-4996-9D93-E5FF659474F3}" presName="textRect" presStyleLbl="revTx" presStyleIdx="4" presStyleCnt="6">
        <dgm:presLayoutVars>
          <dgm:chMax val="1"/>
          <dgm:chPref val="1"/>
        </dgm:presLayoutVars>
      </dgm:prSet>
      <dgm:spPr/>
    </dgm:pt>
    <dgm:pt modelId="{FABF9EC5-44BF-4DA5-9E03-575890863637}" type="pres">
      <dgm:prSet presAssocID="{8ABE6E8A-8A0D-4B1C-9074-79214A6118CB}" presName="sibTrans" presStyleCnt="0"/>
      <dgm:spPr/>
    </dgm:pt>
    <dgm:pt modelId="{0C3D253C-48D9-4205-AAAF-0BDBF136EE3A}" type="pres">
      <dgm:prSet presAssocID="{8D1DDEEC-F55B-4211-AE21-452C60C1E375}" presName="compNode" presStyleCnt="0"/>
      <dgm:spPr/>
    </dgm:pt>
    <dgm:pt modelId="{2CE65B99-9475-4014-9511-FA1C06A81FD6}" type="pres">
      <dgm:prSet presAssocID="{8D1DDEEC-F55B-4211-AE21-452C60C1E37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7F878A4-CCAA-4F68-BA18-E6B6FB28678A}" type="pres">
      <dgm:prSet presAssocID="{8D1DDEEC-F55B-4211-AE21-452C60C1E375}" presName="spaceRect" presStyleCnt="0"/>
      <dgm:spPr/>
    </dgm:pt>
    <dgm:pt modelId="{AF3BBED9-8574-4A5C-B1D5-3412F7B9C5E9}" type="pres">
      <dgm:prSet presAssocID="{8D1DDEEC-F55B-4211-AE21-452C60C1E37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7C8DF29-FDE1-4834-A001-0DD5402FF86B}" srcId="{FD6A408C-5B24-430A-AECD-0F32D702A4FA}" destId="{D855195D-3185-4D9E-B04A-D269F4B76FF4}" srcOrd="3" destOrd="0" parTransId="{F78C9037-CC6B-4F4E-B6BC-922C5563C7CE}" sibTransId="{E70D477D-8E26-4900-8092-F4FFD86CCD81}"/>
    <dgm:cxn modelId="{A42D7E33-1316-40AB-8972-5402460479C6}" type="presOf" srcId="{F16DAA8E-FA11-4102-8E88-F1AC6B168AA9}" destId="{48EDF098-5C20-4942-A64C-FDCE3144C93D}" srcOrd="0" destOrd="0" presId="urn:microsoft.com/office/officeart/2018/2/layout/IconLabelList"/>
    <dgm:cxn modelId="{9EA82A38-8724-47F1-8EE8-CAE6ACF6F96C}" type="presOf" srcId="{D855195D-3185-4D9E-B04A-D269F4B76FF4}" destId="{311CED08-BD45-4CC6-B317-0969F516A9DE}" srcOrd="0" destOrd="0" presId="urn:microsoft.com/office/officeart/2018/2/layout/IconLabelList"/>
    <dgm:cxn modelId="{0EC5073F-40A6-48CE-8E13-669DD99E2C64}" srcId="{FD6A408C-5B24-430A-AECD-0F32D702A4FA}" destId="{3D091693-DAD4-4996-9D93-E5FF659474F3}" srcOrd="4" destOrd="0" parTransId="{04854557-B853-4B0F-B216-8486CA4D12A0}" sibTransId="{8ABE6E8A-8A0D-4B1C-9074-79214A6118CB}"/>
    <dgm:cxn modelId="{10C44D43-E645-42F8-B2B1-2201D072300F}" type="presOf" srcId="{EF10E372-C946-4FD5-902E-7C0A517B9083}" destId="{173366C7-5709-4CBC-A5AE-712F061E2C63}" srcOrd="0" destOrd="0" presId="urn:microsoft.com/office/officeart/2018/2/layout/IconLabelList"/>
    <dgm:cxn modelId="{6A747145-E0B1-460D-A4EC-5F921FF47A5C}" srcId="{FD6A408C-5B24-430A-AECD-0F32D702A4FA}" destId="{B59CF89C-CC67-45FE-9998-C40DE1155E58}" srcOrd="1" destOrd="0" parTransId="{3A80BC94-1AFB-4FC1-8EB0-8CEBA8CB98D5}" sibTransId="{05AFBB27-8130-4BE6-AD4E-01B76383BE39}"/>
    <dgm:cxn modelId="{4BCC9945-B0A9-4E66-A303-0E1D15428053}" type="presOf" srcId="{3D091693-DAD4-4996-9D93-E5FF659474F3}" destId="{BBCBEF38-21FE-4A71-A532-F0FA5C413434}" srcOrd="0" destOrd="0" presId="urn:microsoft.com/office/officeart/2018/2/layout/IconLabelList"/>
    <dgm:cxn modelId="{17D0C065-CAA2-49CD-A557-DFB38F32F7BA}" srcId="{FD6A408C-5B24-430A-AECD-0F32D702A4FA}" destId="{EF10E372-C946-4FD5-902E-7C0A517B9083}" srcOrd="0" destOrd="0" parTransId="{FAA4A154-90BF-450F-A3F7-C2F2724B06F1}" sibTransId="{9A7040A5-CD89-4EDF-8706-F79083B8D632}"/>
    <dgm:cxn modelId="{FDB6D55A-ED77-4450-87B5-4E8BFF3661B0}" srcId="{FD6A408C-5B24-430A-AECD-0F32D702A4FA}" destId="{F16DAA8E-FA11-4102-8E88-F1AC6B168AA9}" srcOrd="2" destOrd="0" parTransId="{AF4D7AA6-CBB9-42FA-A11B-5B35C232EA71}" sibTransId="{99AC1C39-2B34-4006-A0E9-2D1EA6B524F2}"/>
    <dgm:cxn modelId="{2EEF8D83-339A-43C9-8A7A-458980A29201}" srcId="{FD6A408C-5B24-430A-AECD-0F32D702A4FA}" destId="{8D1DDEEC-F55B-4211-AE21-452C60C1E375}" srcOrd="5" destOrd="0" parTransId="{75A647E2-F9A0-4F66-8BF8-EDE1EF3E88CB}" sibTransId="{E520EEB6-17F1-4F34-AC3D-0937F4EEFAEA}"/>
    <dgm:cxn modelId="{C2C12F84-E86F-4AEC-A40B-635D7871E4A2}" type="presOf" srcId="{FD6A408C-5B24-430A-AECD-0F32D702A4FA}" destId="{C1F4A511-88A1-4DDE-BB8E-39332CDEFF09}" srcOrd="0" destOrd="0" presId="urn:microsoft.com/office/officeart/2018/2/layout/IconLabelList"/>
    <dgm:cxn modelId="{9058C6AC-F953-45A6-9F4D-6CC9A195D131}" type="presOf" srcId="{8D1DDEEC-F55B-4211-AE21-452C60C1E375}" destId="{AF3BBED9-8574-4A5C-B1D5-3412F7B9C5E9}" srcOrd="0" destOrd="0" presId="urn:microsoft.com/office/officeart/2018/2/layout/IconLabelList"/>
    <dgm:cxn modelId="{B7A679E3-35BB-4A64-B4EE-30096C75F71C}" type="presOf" srcId="{B59CF89C-CC67-45FE-9998-C40DE1155E58}" destId="{95674DAA-DFB6-4810-9827-4B9F90579027}" srcOrd="0" destOrd="0" presId="urn:microsoft.com/office/officeart/2018/2/layout/IconLabelList"/>
    <dgm:cxn modelId="{939CE585-EED0-45CC-A3F9-9C02C48AF791}" type="presParOf" srcId="{C1F4A511-88A1-4DDE-BB8E-39332CDEFF09}" destId="{9A7A4E24-7962-4A09-90A9-6133F6B9E6F2}" srcOrd="0" destOrd="0" presId="urn:microsoft.com/office/officeart/2018/2/layout/IconLabelList"/>
    <dgm:cxn modelId="{7433EAC5-FE3A-476E-8321-D69587E55005}" type="presParOf" srcId="{9A7A4E24-7962-4A09-90A9-6133F6B9E6F2}" destId="{86119022-0C11-45CF-87C3-042EC53A1AC5}" srcOrd="0" destOrd="0" presId="urn:microsoft.com/office/officeart/2018/2/layout/IconLabelList"/>
    <dgm:cxn modelId="{116E9FFA-8F6B-42A2-8C52-4F2ECB579499}" type="presParOf" srcId="{9A7A4E24-7962-4A09-90A9-6133F6B9E6F2}" destId="{19C19509-4C6A-46EB-AD20-FF62CA20FF64}" srcOrd="1" destOrd="0" presId="urn:microsoft.com/office/officeart/2018/2/layout/IconLabelList"/>
    <dgm:cxn modelId="{3EEAB11E-9AEC-49A4-8838-C3B8F6D03936}" type="presParOf" srcId="{9A7A4E24-7962-4A09-90A9-6133F6B9E6F2}" destId="{173366C7-5709-4CBC-A5AE-712F061E2C63}" srcOrd="2" destOrd="0" presId="urn:microsoft.com/office/officeart/2018/2/layout/IconLabelList"/>
    <dgm:cxn modelId="{C76F5298-5CCF-438B-B403-AAD87A6B2525}" type="presParOf" srcId="{C1F4A511-88A1-4DDE-BB8E-39332CDEFF09}" destId="{564F0618-096E-43C8-8522-91A0FE68B18F}" srcOrd="1" destOrd="0" presId="urn:microsoft.com/office/officeart/2018/2/layout/IconLabelList"/>
    <dgm:cxn modelId="{38FC65B9-513C-4AAF-B7CC-71B2F2B20508}" type="presParOf" srcId="{C1F4A511-88A1-4DDE-BB8E-39332CDEFF09}" destId="{8C0E6A86-C9AE-43E9-B788-BC5EC289F719}" srcOrd="2" destOrd="0" presId="urn:microsoft.com/office/officeart/2018/2/layout/IconLabelList"/>
    <dgm:cxn modelId="{32F4C1BD-A7CF-4A48-BBD9-6F9213E8CDC5}" type="presParOf" srcId="{8C0E6A86-C9AE-43E9-B788-BC5EC289F719}" destId="{02147B55-FB4A-43BD-B0C4-9D42EBB73E91}" srcOrd="0" destOrd="0" presId="urn:microsoft.com/office/officeart/2018/2/layout/IconLabelList"/>
    <dgm:cxn modelId="{60A0E618-2462-4CA1-9060-1ABE2D7A91B9}" type="presParOf" srcId="{8C0E6A86-C9AE-43E9-B788-BC5EC289F719}" destId="{96C0C762-0B20-4E32-8752-992FB3358817}" srcOrd="1" destOrd="0" presId="urn:microsoft.com/office/officeart/2018/2/layout/IconLabelList"/>
    <dgm:cxn modelId="{BBE7907F-BDED-4064-A89C-6A6F2B1D45A1}" type="presParOf" srcId="{8C0E6A86-C9AE-43E9-B788-BC5EC289F719}" destId="{95674DAA-DFB6-4810-9827-4B9F90579027}" srcOrd="2" destOrd="0" presId="urn:microsoft.com/office/officeart/2018/2/layout/IconLabelList"/>
    <dgm:cxn modelId="{CD7D5629-AAA4-4FE3-83DF-2A03847D201D}" type="presParOf" srcId="{C1F4A511-88A1-4DDE-BB8E-39332CDEFF09}" destId="{DF58610C-C6B7-40E3-BAA5-56B70809C255}" srcOrd="3" destOrd="0" presId="urn:microsoft.com/office/officeart/2018/2/layout/IconLabelList"/>
    <dgm:cxn modelId="{6427C0D7-85E6-4745-934C-E10C6BD4423C}" type="presParOf" srcId="{C1F4A511-88A1-4DDE-BB8E-39332CDEFF09}" destId="{1352DB48-9966-4501-AD88-FB94C4D92E66}" srcOrd="4" destOrd="0" presId="urn:microsoft.com/office/officeart/2018/2/layout/IconLabelList"/>
    <dgm:cxn modelId="{0975324B-855F-4AA5-BF2B-E10673AF0103}" type="presParOf" srcId="{1352DB48-9966-4501-AD88-FB94C4D92E66}" destId="{0C041207-6B30-4CB7-9D26-2DC71E74098C}" srcOrd="0" destOrd="0" presId="urn:microsoft.com/office/officeart/2018/2/layout/IconLabelList"/>
    <dgm:cxn modelId="{B28703AA-8EE1-402F-99CC-A09ACBE71091}" type="presParOf" srcId="{1352DB48-9966-4501-AD88-FB94C4D92E66}" destId="{5D76E18F-AEB7-45A3-98CF-26FEC7061352}" srcOrd="1" destOrd="0" presId="urn:microsoft.com/office/officeart/2018/2/layout/IconLabelList"/>
    <dgm:cxn modelId="{0EE6926A-B897-46C0-908D-7CC017E1B151}" type="presParOf" srcId="{1352DB48-9966-4501-AD88-FB94C4D92E66}" destId="{48EDF098-5C20-4942-A64C-FDCE3144C93D}" srcOrd="2" destOrd="0" presId="urn:microsoft.com/office/officeart/2018/2/layout/IconLabelList"/>
    <dgm:cxn modelId="{AC74E9BD-448C-4C3C-8351-274FFCA81A09}" type="presParOf" srcId="{C1F4A511-88A1-4DDE-BB8E-39332CDEFF09}" destId="{027FC561-B6DF-4341-8977-7869F2C4BC6B}" srcOrd="5" destOrd="0" presId="urn:microsoft.com/office/officeart/2018/2/layout/IconLabelList"/>
    <dgm:cxn modelId="{924446F0-B4A6-4912-AC6F-5245ECBF5F80}" type="presParOf" srcId="{C1F4A511-88A1-4DDE-BB8E-39332CDEFF09}" destId="{F7212D67-9400-407F-8F36-98769F507FE7}" srcOrd="6" destOrd="0" presId="urn:microsoft.com/office/officeart/2018/2/layout/IconLabelList"/>
    <dgm:cxn modelId="{760BAA02-7E8D-4FEA-BF44-CB6AD879AB1F}" type="presParOf" srcId="{F7212D67-9400-407F-8F36-98769F507FE7}" destId="{0930E2EF-62FC-4350-85A8-4FE5A811CD1C}" srcOrd="0" destOrd="0" presId="urn:microsoft.com/office/officeart/2018/2/layout/IconLabelList"/>
    <dgm:cxn modelId="{09C7B325-3896-44B9-882E-975D44AC279F}" type="presParOf" srcId="{F7212D67-9400-407F-8F36-98769F507FE7}" destId="{4A1BFCEC-7A7D-4392-AE2F-8CE0960B5869}" srcOrd="1" destOrd="0" presId="urn:microsoft.com/office/officeart/2018/2/layout/IconLabelList"/>
    <dgm:cxn modelId="{36DAF391-E10E-4C42-A7E0-7725AA540332}" type="presParOf" srcId="{F7212D67-9400-407F-8F36-98769F507FE7}" destId="{311CED08-BD45-4CC6-B317-0969F516A9DE}" srcOrd="2" destOrd="0" presId="urn:microsoft.com/office/officeart/2018/2/layout/IconLabelList"/>
    <dgm:cxn modelId="{EF69A664-0491-4733-8F1C-DD4D553E95BD}" type="presParOf" srcId="{C1F4A511-88A1-4DDE-BB8E-39332CDEFF09}" destId="{9ED9B56A-98D1-4C3F-8562-954F086E8122}" srcOrd="7" destOrd="0" presId="urn:microsoft.com/office/officeart/2018/2/layout/IconLabelList"/>
    <dgm:cxn modelId="{D59EC532-EC50-4132-8F5A-8DADAA9E3C49}" type="presParOf" srcId="{C1F4A511-88A1-4DDE-BB8E-39332CDEFF09}" destId="{69A34584-7F0B-4310-A302-BB06C58E637B}" srcOrd="8" destOrd="0" presId="urn:microsoft.com/office/officeart/2018/2/layout/IconLabelList"/>
    <dgm:cxn modelId="{6F4A5AA9-51EB-490E-BA25-837153F2705F}" type="presParOf" srcId="{69A34584-7F0B-4310-A302-BB06C58E637B}" destId="{29E97790-BB4B-4558-8718-136E0BC04D85}" srcOrd="0" destOrd="0" presId="urn:microsoft.com/office/officeart/2018/2/layout/IconLabelList"/>
    <dgm:cxn modelId="{21BD1309-CE62-4B46-B414-D961A4C71096}" type="presParOf" srcId="{69A34584-7F0B-4310-A302-BB06C58E637B}" destId="{EDBDE104-3E22-4AC0-B858-DEA851879502}" srcOrd="1" destOrd="0" presId="urn:microsoft.com/office/officeart/2018/2/layout/IconLabelList"/>
    <dgm:cxn modelId="{12E12400-2693-418A-BEA6-863ACCBAA4F5}" type="presParOf" srcId="{69A34584-7F0B-4310-A302-BB06C58E637B}" destId="{BBCBEF38-21FE-4A71-A532-F0FA5C413434}" srcOrd="2" destOrd="0" presId="urn:microsoft.com/office/officeart/2018/2/layout/IconLabelList"/>
    <dgm:cxn modelId="{DA627889-8F0B-4725-AEA9-211DF9E1F7AF}" type="presParOf" srcId="{C1F4A511-88A1-4DDE-BB8E-39332CDEFF09}" destId="{FABF9EC5-44BF-4DA5-9E03-575890863637}" srcOrd="9" destOrd="0" presId="urn:microsoft.com/office/officeart/2018/2/layout/IconLabelList"/>
    <dgm:cxn modelId="{07A85510-A029-487A-9215-FC3F287EA80B}" type="presParOf" srcId="{C1F4A511-88A1-4DDE-BB8E-39332CDEFF09}" destId="{0C3D253C-48D9-4205-AAAF-0BDBF136EE3A}" srcOrd="10" destOrd="0" presId="urn:microsoft.com/office/officeart/2018/2/layout/IconLabelList"/>
    <dgm:cxn modelId="{199FC145-A91B-498D-AEA9-160B296123FE}" type="presParOf" srcId="{0C3D253C-48D9-4205-AAAF-0BDBF136EE3A}" destId="{2CE65B99-9475-4014-9511-FA1C06A81FD6}" srcOrd="0" destOrd="0" presId="urn:microsoft.com/office/officeart/2018/2/layout/IconLabelList"/>
    <dgm:cxn modelId="{FCA831EE-26FA-484A-8251-EE8ECBA5CB35}" type="presParOf" srcId="{0C3D253C-48D9-4205-AAAF-0BDBF136EE3A}" destId="{07F878A4-CCAA-4F68-BA18-E6B6FB28678A}" srcOrd="1" destOrd="0" presId="urn:microsoft.com/office/officeart/2018/2/layout/IconLabelList"/>
    <dgm:cxn modelId="{1D6DDB4C-3358-4C76-BD02-271B23496336}" type="presParOf" srcId="{0C3D253C-48D9-4205-AAAF-0BDBF136EE3A}" destId="{AF3BBED9-8574-4A5C-B1D5-3412F7B9C5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398662-A439-4F10-A636-EB7861B7503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BC59CC8-AAB5-44D8-A070-A4AF0955C10D}">
      <dgm:prSet/>
      <dgm:spPr/>
      <dgm:t>
        <a:bodyPr/>
        <a:lstStyle/>
        <a:p>
          <a:r>
            <a:rPr lang="en-US"/>
            <a:t>Input: Unstructured, messy job description text.</a:t>
          </a:r>
        </a:p>
      </dgm:t>
    </dgm:pt>
    <dgm:pt modelId="{FA815545-FE33-40A0-897F-17F9FE7E54BD}" type="parTrans" cxnId="{10E3BB77-9BDE-49FA-A77E-7E96E5662B03}">
      <dgm:prSet/>
      <dgm:spPr/>
      <dgm:t>
        <a:bodyPr/>
        <a:lstStyle/>
        <a:p>
          <a:endParaRPr lang="en-US"/>
        </a:p>
      </dgm:t>
    </dgm:pt>
    <dgm:pt modelId="{D8BD494C-B512-4A96-9421-0A85BAF22F25}" type="sibTrans" cxnId="{10E3BB77-9BDE-49FA-A77E-7E96E5662B03}">
      <dgm:prSet/>
      <dgm:spPr/>
      <dgm:t>
        <a:bodyPr/>
        <a:lstStyle/>
        <a:p>
          <a:endParaRPr lang="en-US"/>
        </a:p>
      </dgm:t>
    </dgm:pt>
    <dgm:pt modelId="{2742E512-5C0A-4D84-8129-04E4DC8A84CF}">
      <dgm:prSet/>
      <dgm:spPr/>
      <dgm:t>
        <a:bodyPr/>
        <a:lstStyle/>
        <a:p>
          <a:r>
            <a:rPr lang="en-US"/>
            <a:t>Processing: Prompt engineering with Gemini API.</a:t>
          </a:r>
        </a:p>
      </dgm:t>
    </dgm:pt>
    <dgm:pt modelId="{C7B08533-1975-4E17-B3B1-BB182656E870}" type="parTrans" cxnId="{84B96094-1E75-421D-A6B6-3A2B2945F63A}">
      <dgm:prSet/>
      <dgm:spPr/>
      <dgm:t>
        <a:bodyPr/>
        <a:lstStyle/>
        <a:p>
          <a:endParaRPr lang="en-US"/>
        </a:p>
      </dgm:t>
    </dgm:pt>
    <dgm:pt modelId="{97FCC5ED-0E29-480D-B951-6C210F7EA8CE}" type="sibTrans" cxnId="{84B96094-1E75-421D-A6B6-3A2B2945F63A}">
      <dgm:prSet/>
      <dgm:spPr/>
      <dgm:t>
        <a:bodyPr/>
        <a:lstStyle/>
        <a:p>
          <a:endParaRPr lang="en-US"/>
        </a:p>
      </dgm:t>
    </dgm:pt>
    <dgm:pt modelId="{005B7893-63C6-452C-8BDA-5E3943519FBA}">
      <dgm:prSet/>
      <dgm:spPr/>
      <dgm:t>
        <a:bodyPr/>
        <a:lstStyle/>
        <a:p>
          <a:r>
            <a:rPr lang="en-US"/>
            <a:t>Output: Standardized JSON format.</a:t>
          </a:r>
        </a:p>
      </dgm:t>
    </dgm:pt>
    <dgm:pt modelId="{C24C1273-6A36-4C31-8050-B4B0BE517112}" type="parTrans" cxnId="{9C9C7DFB-26C1-407B-9484-46963649677E}">
      <dgm:prSet/>
      <dgm:spPr/>
      <dgm:t>
        <a:bodyPr/>
        <a:lstStyle/>
        <a:p>
          <a:endParaRPr lang="en-US"/>
        </a:p>
      </dgm:t>
    </dgm:pt>
    <dgm:pt modelId="{C166D6D6-431C-41D6-8CFC-C417A3A2BCA2}" type="sibTrans" cxnId="{9C9C7DFB-26C1-407B-9484-46963649677E}">
      <dgm:prSet/>
      <dgm:spPr/>
      <dgm:t>
        <a:bodyPr/>
        <a:lstStyle/>
        <a:p>
          <a:endParaRPr lang="en-US"/>
        </a:p>
      </dgm:t>
    </dgm:pt>
    <dgm:pt modelId="{D6149BF4-B83E-43A7-A771-B6F5DD24D7D8}">
      <dgm:prSet/>
      <dgm:spPr/>
      <dgm:t>
        <a:bodyPr/>
        <a:lstStyle/>
        <a:p>
          <a:r>
            <a:rPr lang="en-US"/>
            <a:t>Extracted Fields: Role, Required Skills, Experience Level, Hiring Trend (Aggressive/Steady/Freeze), AI Confidence Score.</a:t>
          </a:r>
        </a:p>
      </dgm:t>
    </dgm:pt>
    <dgm:pt modelId="{DB3DEE58-6B4E-4F92-9DB2-EEE3E98BB99B}" type="parTrans" cxnId="{78701DD2-10E1-4478-AFF4-AE8F438BB5EE}">
      <dgm:prSet/>
      <dgm:spPr/>
      <dgm:t>
        <a:bodyPr/>
        <a:lstStyle/>
        <a:p>
          <a:endParaRPr lang="en-US"/>
        </a:p>
      </dgm:t>
    </dgm:pt>
    <dgm:pt modelId="{89B8A1A9-E062-4DD7-8C65-36887A242960}" type="sibTrans" cxnId="{78701DD2-10E1-4478-AFF4-AE8F438BB5EE}">
      <dgm:prSet/>
      <dgm:spPr/>
      <dgm:t>
        <a:bodyPr/>
        <a:lstStyle/>
        <a:p>
          <a:endParaRPr lang="en-US"/>
        </a:p>
      </dgm:t>
    </dgm:pt>
    <dgm:pt modelId="{8AF4E6C4-A8CD-4B95-9728-127535DAC688}" type="pres">
      <dgm:prSet presAssocID="{EF398662-A439-4F10-A636-EB7861B75031}" presName="root" presStyleCnt="0">
        <dgm:presLayoutVars>
          <dgm:dir/>
          <dgm:resizeHandles val="exact"/>
        </dgm:presLayoutVars>
      </dgm:prSet>
      <dgm:spPr/>
    </dgm:pt>
    <dgm:pt modelId="{16458200-97A7-4F5A-AA88-B885FD8B25C8}" type="pres">
      <dgm:prSet presAssocID="{EF398662-A439-4F10-A636-EB7861B75031}" presName="container" presStyleCnt="0">
        <dgm:presLayoutVars>
          <dgm:dir/>
          <dgm:resizeHandles val="exact"/>
        </dgm:presLayoutVars>
      </dgm:prSet>
      <dgm:spPr/>
    </dgm:pt>
    <dgm:pt modelId="{5177B66B-9AD0-457B-8B6E-E17498733E55}" type="pres">
      <dgm:prSet presAssocID="{0BC59CC8-AAB5-44D8-A070-A4AF0955C10D}" presName="compNode" presStyleCnt="0"/>
      <dgm:spPr/>
    </dgm:pt>
    <dgm:pt modelId="{E7C13FF9-056A-4F04-BB63-EFE754128D5E}" type="pres">
      <dgm:prSet presAssocID="{0BC59CC8-AAB5-44D8-A070-A4AF0955C10D}" presName="iconBgRect" presStyleLbl="bgShp" presStyleIdx="0" presStyleCnt="4"/>
      <dgm:spPr/>
    </dgm:pt>
    <dgm:pt modelId="{A3FB13E5-3C32-4507-B837-B7F3F58A4F5D}" type="pres">
      <dgm:prSet presAssocID="{0BC59CC8-AAB5-44D8-A070-A4AF0955C10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1B43D21-7339-4FAC-B0EF-CA824EB580BA}" type="pres">
      <dgm:prSet presAssocID="{0BC59CC8-AAB5-44D8-A070-A4AF0955C10D}" presName="spaceRect" presStyleCnt="0"/>
      <dgm:spPr/>
    </dgm:pt>
    <dgm:pt modelId="{1450DC23-A64E-4380-8D79-6370E4FB25EC}" type="pres">
      <dgm:prSet presAssocID="{0BC59CC8-AAB5-44D8-A070-A4AF0955C10D}" presName="textRect" presStyleLbl="revTx" presStyleIdx="0" presStyleCnt="4">
        <dgm:presLayoutVars>
          <dgm:chMax val="1"/>
          <dgm:chPref val="1"/>
        </dgm:presLayoutVars>
      </dgm:prSet>
      <dgm:spPr/>
    </dgm:pt>
    <dgm:pt modelId="{75471AF5-E754-4043-9BC5-872964A1332B}" type="pres">
      <dgm:prSet presAssocID="{D8BD494C-B512-4A96-9421-0A85BAF22F25}" presName="sibTrans" presStyleLbl="sibTrans2D1" presStyleIdx="0" presStyleCnt="0"/>
      <dgm:spPr/>
    </dgm:pt>
    <dgm:pt modelId="{DF41530E-9F8F-47F2-852D-7AA2FFF1CEC8}" type="pres">
      <dgm:prSet presAssocID="{2742E512-5C0A-4D84-8129-04E4DC8A84CF}" presName="compNode" presStyleCnt="0"/>
      <dgm:spPr/>
    </dgm:pt>
    <dgm:pt modelId="{B1C66D9F-37C8-4CC7-91DE-EAAE383AF753}" type="pres">
      <dgm:prSet presAssocID="{2742E512-5C0A-4D84-8129-04E4DC8A84CF}" presName="iconBgRect" presStyleLbl="bgShp" presStyleIdx="1" presStyleCnt="4"/>
      <dgm:spPr/>
    </dgm:pt>
    <dgm:pt modelId="{4E8EA8B9-AFA7-40A0-AF0D-2ECB3F6D2C18}" type="pres">
      <dgm:prSet presAssocID="{2742E512-5C0A-4D84-8129-04E4DC8A84C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73427DD-5943-43E2-BB4A-405C2E71274A}" type="pres">
      <dgm:prSet presAssocID="{2742E512-5C0A-4D84-8129-04E4DC8A84CF}" presName="spaceRect" presStyleCnt="0"/>
      <dgm:spPr/>
    </dgm:pt>
    <dgm:pt modelId="{3CD37C4B-3F29-468E-B4E8-83E926DDCBAE}" type="pres">
      <dgm:prSet presAssocID="{2742E512-5C0A-4D84-8129-04E4DC8A84CF}" presName="textRect" presStyleLbl="revTx" presStyleIdx="1" presStyleCnt="4">
        <dgm:presLayoutVars>
          <dgm:chMax val="1"/>
          <dgm:chPref val="1"/>
        </dgm:presLayoutVars>
      </dgm:prSet>
      <dgm:spPr/>
    </dgm:pt>
    <dgm:pt modelId="{12656B74-8EB8-498D-812D-D1D6D83F5B8E}" type="pres">
      <dgm:prSet presAssocID="{97FCC5ED-0E29-480D-B951-6C210F7EA8CE}" presName="sibTrans" presStyleLbl="sibTrans2D1" presStyleIdx="0" presStyleCnt="0"/>
      <dgm:spPr/>
    </dgm:pt>
    <dgm:pt modelId="{DF34D160-5C16-4C29-A1B4-DD1C19995968}" type="pres">
      <dgm:prSet presAssocID="{005B7893-63C6-452C-8BDA-5E3943519FBA}" presName="compNode" presStyleCnt="0"/>
      <dgm:spPr/>
    </dgm:pt>
    <dgm:pt modelId="{776C2B31-BBB2-4469-A89A-F48034F72A4E}" type="pres">
      <dgm:prSet presAssocID="{005B7893-63C6-452C-8BDA-5E3943519FBA}" presName="iconBgRect" presStyleLbl="bgShp" presStyleIdx="2" presStyleCnt="4"/>
      <dgm:spPr/>
    </dgm:pt>
    <dgm:pt modelId="{7B4F39D5-B8FA-4370-BF3B-04F9830FBAC4}" type="pres">
      <dgm:prSet presAssocID="{005B7893-63C6-452C-8BDA-5E3943519FB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A06ECF-6C54-47B8-919A-433FCBF53D1A}" type="pres">
      <dgm:prSet presAssocID="{005B7893-63C6-452C-8BDA-5E3943519FBA}" presName="spaceRect" presStyleCnt="0"/>
      <dgm:spPr/>
    </dgm:pt>
    <dgm:pt modelId="{0EEE36D2-4807-4897-AC3E-A62A977A8A5C}" type="pres">
      <dgm:prSet presAssocID="{005B7893-63C6-452C-8BDA-5E3943519FBA}" presName="textRect" presStyleLbl="revTx" presStyleIdx="2" presStyleCnt="4">
        <dgm:presLayoutVars>
          <dgm:chMax val="1"/>
          <dgm:chPref val="1"/>
        </dgm:presLayoutVars>
      </dgm:prSet>
      <dgm:spPr/>
    </dgm:pt>
    <dgm:pt modelId="{9FE1F09A-9B12-4324-ABC7-F46F4DDEE0A7}" type="pres">
      <dgm:prSet presAssocID="{C166D6D6-431C-41D6-8CFC-C417A3A2BCA2}" presName="sibTrans" presStyleLbl="sibTrans2D1" presStyleIdx="0" presStyleCnt="0"/>
      <dgm:spPr/>
    </dgm:pt>
    <dgm:pt modelId="{114FA4BF-9337-4452-A996-EA97A1B27BBC}" type="pres">
      <dgm:prSet presAssocID="{D6149BF4-B83E-43A7-A771-B6F5DD24D7D8}" presName="compNode" presStyleCnt="0"/>
      <dgm:spPr/>
    </dgm:pt>
    <dgm:pt modelId="{4B72F00A-8F66-4D3A-BAAF-C7C689E0BD96}" type="pres">
      <dgm:prSet presAssocID="{D6149BF4-B83E-43A7-A771-B6F5DD24D7D8}" presName="iconBgRect" presStyleLbl="bgShp" presStyleIdx="3" presStyleCnt="4"/>
      <dgm:spPr/>
    </dgm:pt>
    <dgm:pt modelId="{3B9DB98B-119E-40B6-928B-C4A7DAADD660}" type="pres">
      <dgm:prSet presAssocID="{D6149BF4-B83E-43A7-A771-B6F5DD24D7D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5965D9C-8912-48FB-9E8D-A83E8B13B036}" type="pres">
      <dgm:prSet presAssocID="{D6149BF4-B83E-43A7-A771-B6F5DD24D7D8}" presName="spaceRect" presStyleCnt="0"/>
      <dgm:spPr/>
    </dgm:pt>
    <dgm:pt modelId="{8DD330D8-9011-4040-A70A-6730D2837786}" type="pres">
      <dgm:prSet presAssocID="{D6149BF4-B83E-43A7-A771-B6F5DD24D7D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A0CA01-8460-4C08-A0D8-1E98E0840C19}" type="presOf" srcId="{D8BD494C-B512-4A96-9421-0A85BAF22F25}" destId="{75471AF5-E754-4043-9BC5-872964A1332B}" srcOrd="0" destOrd="0" presId="urn:microsoft.com/office/officeart/2018/2/layout/IconCircleList"/>
    <dgm:cxn modelId="{1E067016-A765-4A73-8FC5-B96BFA3829D3}" type="presOf" srcId="{005B7893-63C6-452C-8BDA-5E3943519FBA}" destId="{0EEE36D2-4807-4897-AC3E-A62A977A8A5C}" srcOrd="0" destOrd="0" presId="urn:microsoft.com/office/officeart/2018/2/layout/IconCircleList"/>
    <dgm:cxn modelId="{EA762849-B6E2-4209-BDC5-4F4995C9A9E6}" type="presOf" srcId="{EF398662-A439-4F10-A636-EB7861B75031}" destId="{8AF4E6C4-A8CD-4B95-9728-127535DAC688}" srcOrd="0" destOrd="0" presId="urn:microsoft.com/office/officeart/2018/2/layout/IconCircleList"/>
    <dgm:cxn modelId="{10E3BB77-9BDE-49FA-A77E-7E96E5662B03}" srcId="{EF398662-A439-4F10-A636-EB7861B75031}" destId="{0BC59CC8-AAB5-44D8-A070-A4AF0955C10D}" srcOrd="0" destOrd="0" parTransId="{FA815545-FE33-40A0-897F-17F9FE7E54BD}" sibTransId="{D8BD494C-B512-4A96-9421-0A85BAF22F25}"/>
    <dgm:cxn modelId="{84B96094-1E75-421D-A6B6-3A2B2945F63A}" srcId="{EF398662-A439-4F10-A636-EB7861B75031}" destId="{2742E512-5C0A-4D84-8129-04E4DC8A84CF}" srcOrd="1" destOrd="0" parTransId="{C7B08533-1975-4E17-B3B1-BB182656E870}" sibTransId="{97FCC5ED-0E29-480D-B951-6C210F7EA8CE}"/>
    <dgm:cxn modelId="{14A1A296-2B14-4922-9F5A-094F6B9E4BD6}" type="presOf" srcId="{D6149BF4-B83E-43A7-A771-B6F5DD24D7D8}" destId="{8DD330D8-9011-4040-A70A-6730D2837786}" srcOrd="0" destOrd="0" presId="urn:microsoft.com/office/officeart/2018/2/layout/IconCircleList"/>
    <dgm:cxn modelId="{396E95B4-4228-46FE-B960-58DBD16E0206}" type="presOf" srcId="{2742E512-5C0A-4D84-8129-04E4DC8A84CF}" destId="{3CD37C4B-3F29-468E-B4E8-83E926DDCBAE}" srcOrd="0" destOrd="0" presId="urn:microsoft.com/office/officeart/2018/2/layout/IconCircleList"/>
    <dgm:cxn modelId="{15D925C5-2043-4325-9583-664F87A5D9FF}" type="presOf" srcId="{97FCC5ED-0E29-480D-B951-6C210F7EA8CE}" destId="{12656B74-8EB8-498D-812D-D1D6D83F5B8E}" srcOrd="0" destOrd="0" presId="urn:microsoft.com/office/officeart/2018/2/layout/IconCircleList"/>
    <dgm:cxn modelId="{B4272BD1-2181-4C0A-8FF6-1506BDD1DC00}" type="presOf" srcId="{0BC59CC8-AAB5-44D8-A070-A4AF0955C10D}" destId="{1450DC23-A64E-4380-8D79-6370E4FB25EC}" srcOrd="0" destOrd="0" presId="urn:microsoft.com/office/officeart/2018/2/layout/IconCircleList"/>
    <dgm:cxn modelId="{78701DD2-10E1-4478-AFF4-AE8F438BB5EE}" srcId="{EF398662-A439-4F10-A636-EB7861B75031}" destId="{D6149BF4-B83E-43A7-A771-B6F5DD24D7D8}" srcOrd="3" destOrd="0" parTransId="{DB3DEE58-6B4E-4F92-9DB2-EEE3E98BB99B}" sibTransId="{89B8A1A9-E062-4DD7-8C65-36887A242960}"/>
    <dgm:cxn modelId="{7DF08EF9-DC62-4983-B8AD-DF7CFF4A1F7B}" type="presOf" srcId="{C166D6D6-431C-41D6-8CFC-C417A3A2BCA2}" destId="{9FE1F09A-9B12-4324-ABC7-F46F4DDEE0A7}" srcOrd="0" destOrd="0" presId="urn:microsoft.com/office/officeart/2018/2/layout/IconCircleList"/>
    <dgm:cxn modelId="{9C9C7DFB-26C1-407B-9484-46963649677E}" srcId="{EF398662-A439-4F10-A636-EB7861B75031}" destId="{005B7893-63C6-452C-8BDA-5E3943519FBA}" srcOrd="2" destOrd="0" parTransId="{C24C1273-6A36-4C31-8050-B4B0BE517112}" sibTransId="{C166D6D6-431C-41D6-8CFC-C417A3A2BCA2}"/>
    <dgm:cxn modelId="{77B76885-85B4-4A25-A2D5-2358DA9952AF}" type="presParOf" srcId="{8AF4E6C4-A8CD-4B95-9728-127535DAC688}" destId="{16458200-97A7-4F5A-AA88-B885FD8B25C8}" srcOrd="0" destOrd="0" presId="urn:microsoft.com/office/officeart/2018/2/layout/IconCircleList"/>
    <dgm:cxn modelId="{C3953F5A-636D-4A82-9251-57BE10745EC1}" type="presParOf" srcId="{16458200-97A7-4F5A-AA88-B885FD8B25C8}" destId="{5177B66B-9AD0-457B-8B6E-E17498733E55}" srcOrd="0" destOrd="0" presId="urn:microsoft.com/office/officeart/2018/2/layout/IconCircleList"/>
    <dgm:cxn modelId="{816271B3-901E-4A49-B172-1CAB4EEB2222}" type="presParOf" srcId="{5177B66B-9AD0-457B-8B6E-E17498733E55}" destId="{E7C13FF9-056A-4F04-BB63-EFE754128D5E}" srcOrd="0" destOrd="0" presId="urn:microsoft.com/office/officeart/2018/2/layout/IconCircleList"/>
    <dgm:cxn modelId="{6F6245B3-81B9-4D55-858E-7D624C35E85F}" type="presParOf" srcId="{5177B66B-9AD0-457B-8B6E-E17498733E55}" destId="{A3FB13E5-3C32-4507-B837-B7F3F58A4F5D}" srcOrd="1" destOrd="0" presId="urn:microsoft.com/office/officeart/2018/2/layout/IconCircleList"/>
    <dgm:cxn modelId="{259EE532-C3BA-479C-AF41-E8A26F958EE1}" type="presParOf" srcId="{5177B66B-9AD0-457B-8B6E-E17498733E55}" destId="{C1B43D21-7339-4FAC-B0EF-CA824EB580BA}" srcOrd="2" destOrd="0" presId="urn:microsoft.com/office/officeart/2018/2/layout/IconCircleList"/>
    <dgm:cxn modelId="{3F72B489-C571-40AE-8865-88BE25CAE8B1}" type="presParOf" srcId="{5177B66B-9AD0-457B-8B6E-E17498733E55}" destId="{1450DC23-A64E-4380-8D79-6370E4FB25EC}" srcOrd="3" destOrd="0" presId="urn:microsoft.com/office/officeart/2018/2/layout/IconCircleList"/>
    <dgm:cxn modelId="{4612AFAC-EC0E-4229-9E26-3D68516909B3}" type="presParOf" srcId="{16458200-97A7-4F5A-AA88-B885FD8B25C8}" destId="{75471AF5-E754-4043-9BC5-872964A1332B}" srcOrd="1" destOrd="0" presId="urn:microsoft.com/office/officeart/2018/2/layout/IconCircleList"/>
    <dgm:cxn modelId="{31DE09E9-96DA-46A2-865B-DA11C5B9FBDA}" type="presParOf" srcId="{16458200-97A7-4F5A-AA88-B885FD8B25C8}" destId="{DF41530E-9F8F-47F2-852D-7AA2FFF1CEC8}" srcOrd="2" destOrd="0" presId="urn:microsoft.com/office/officeart/2018/2/layout/IconCircleList"/>
    <dgm:cxn modelId="{191EF2AC-7E2C-429A-90D0-7F6354FD79EF}" type="presParOf" srcId="{DF41530E-9F8F-47F2-852D-7AA2FFF1CEC8}" destId="{B1C66D9F-37C8-4CC7-91DE-EAAE383AF753}" srcOrd="0" destOrd="0" presId="urn:microsoft.com/office/officeart/2018/2/layout/IconCircleList"/>
    <dgm:cxn modelId="{E88ECDCA-3DDD-4847-9C20-AF9C94C28465}" type="presParOf" srcId="{DF41530E-9F8F-47F2-852D-7AA2FFF1CEC8}" destId="{4E8EA8B9-AFA7-40A0-AF0D-2ECB3F6D2C18}" srcOrd="1" destOrd="0" presId="urn:microsoft.com/office/officeart/2018/2/layout/IconCircleList"/>
    <dgm:cxn modelId="{7314CA06-4DA8-4655-9DF1-D2DE74E50032}" type="presParOf" srcId="{DF41530E-9F8F-47F2-852D-7AA2FFF1CEC8}" destId="{973427DD-5943-43E2-BB4A-405C2E71274A}" srcOrd="2" destOrd="0" presId="urn:microsoft.com/office/officeart/2018/2/layout/IconCircleList"/>
    <dgm:cxn modelId="{9D8E873B-E009-48E3-9DFE-D996B371CA22}" type="presParOf" srcId="{DF41530E-9F8F-47F2-852D-7AA2FFF1CEC8}" destId="{3CD37C4B-3F29-468E-B4E8-83E926DDCBAE}" srcOrd="3" destOrd="0" presId="urn:microsoft.com/office/officeart/2018/2/layout/IconCircleList"/>
    <dgm:cxn modelId="{D8625223-4D08-4D52-89E0-6EF1E867EE9B}" type="presParOf" srcId="{16458200-97A7-4F5A-AA88-B885FD8B25C8}" destId="{12656B74-8EB8-498D-812D-D1D6D83F5B8E}" srcOrd="3" destOrd="0" presId="urn:microsoft.com/office/officeart/2018/2/layout/IconCircleList"/>
    <dgm:cxn modelId="{B5B4B8DE-49BC-4C99-B149-D5029B1CAEFB}" type="presParOf" srcId="{16458200-97A7-4F5A-AA88-B885FD8B25C8}" destId="{DF34D160-5C16-4C29-A1B4-DD1C19995968}" srcOrd="4" destOrd="0" presId="urn:microsoft.com/office/officeart/2018/2/layout/IconCircleList"/>
    <dgm:cxn modelId="{07912CA4-BFA6-4551-BDB0-BDFDD0502A77}" type="presParOf" srcId="{DF34D160-5C16-4C29-A1B4-DD1C19995968}" destId="{776C2B31-BBB2-4469-A89A-F48034F72A4E}" srcOrd="0" destOrd="0" presId="urn:microsoft.com/office/officeart/2018/2/layout/IconCircleList"/>
    <dgm:cxn modelId="{87DF34DE-2910-4842-9363-7043C5145409}" type="presParOf" srcId="{DF34D160-5C16-4C29-A1B4-DD1C19995968}" destId="{7B4F39D5-B8FA-4370-BF3B-04F9830FBAC4}" srcOrd="1" destOrd="0" presId="urn:microsoft.com/office/officeart/2018/2/layout/IconCircleList"/>
    <dgm:cxn modelId="{67FE7AFB-1704-4121-BC07-7BB853857A69}" type="presParOf" srcId="{DF34D160-5C16-4C29-A1B4-DD1C19995968}" destId="{29A06ECF-6C54-47B8-919A-433FCBF53D1A}" srcOrd="2" destOrd="0" presId="urn:microsoft.com/office/officeart/2018/2/layout/IconCircleList"/>
    <dgm:cxn modelId="{F19184A1-6023-4A43-BCBB-F064F9FCC561}" type="presParOf" srcId="{DF34D160-5C16-4C29-A1B4-DD1C19995968}" destId="{0EEE36D2-4807-4897-AC3E-A62A977A8A5C}" srcOrd="3" destOrd="0" presId="urn:microsoft.com/office/officeart/2018/2/layout/IconCircleList"/>
    <dgm:cxn modelId="{80923BE6-FA98-457D-8687-AE9FA6A089C2}" type="presParOf" srcId="{16458200-97A7-4F5A-AA88-B885FD8B25C8}" destId="{9FE1F09A-9B12-4324-ABC7-F46F4DDEE0A7}" srcOrd="5" destOrd="0" presId="urn:microsoft.com/office/officeart/2018/2/layout/IconCircleList"/>
    <dgm:cxn modelId="{F4306347-F041-4E10-AC33-3DB9F102CF64}" type="presParOf" srcId="{16458200-97A7-4F5A-AA88-B885FD8B25C8}" destId="{114FA4BF-9337-4452-A996-EA97A1B27BBC}" srcOrd="6" destOrd="0" presId="urn:microsoft.com/office/officeart/2018/2/layout/IconCircleList"/>
    <dgm:cxn modelId="{F24DA13A-F6D0-41D1-A4F2-8C782C4FCA8C}" type="presParOf" srcId="{114FA4BF-9337-4452-A996-EA97A1B27BBC}" destId="{4B72F00A-8F66-4D3A-BAAF-C7C689E0BD96}" srcOrd="0" destOrd="0" presId="urn:microsoft.com/office/officeart/2018/2/layout/IconCircleList"/>
    <dgm:cxn modelId="{56EDF44D-5931-4B1F-AC7C-AEE0AA82FD42}" type="presParOf" srcId="{114FA4BF-9337-4452-A996-EA97A1B27BBC}" destId="{3B9DB98B-119E-40B6-928B-C4A7DAADD660}" srcOrd="1" destOrd="0" presId="urn:microsoft.com/office/officeart/2018/2/layout/IconCircleList"/>
    <dgm:cxn modelId="{3FC4A2E9-E978-4620-8FBB-1C979532C4FF}" type="presParOf" srcId="{114FA4BF-9337-4452-A996-EA97A1B27BBC}" destId="{B5965D9C-8912-48FB-9E8D-A83E8B13B036}" srcOrd="2" destOrd="0" presId="urn:microsoft.com/office/officeart/2018/2/layout/IconCircleList"/>
    <dgm:cxn modelId="{3BE6A962-C3D8-45EA-B753-1D4DD73F33A2}" type="presParOf" srcId="{114FA4BF-9337-4452-A996-EA97A1B27BBC}" destId="{8DD330D8-9011-4040-A70A-6730D28377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9C49A6-403C-4D53-A528-630CD90AB24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6B6516-3D84-48B6-996C-B6317658B32C}">
      <dgm:prSet/>
      <dgm:spPr/>
      <dgm:t>
        <a:bodyPr/>
        <a:lstStyle/>
        <a:p>
          <a:r>
            <a:rPr lang="en-US"/>
            <a:t>Successfully built a scalable Python Full Stack application integrating Agentic AI.</a:t>
          </a:r>
        </a:p>
      </dgm:t>
    </dgm:pt>
    <dgm:pt modelId="{34B65486-EFE7-4200-8D44-29AF05793655}" type="parTrans" cxnId="{F848C844-3432-4901-8BF3-55D89F44E62A}">
      <dgm:prSet/>
      <dgm:spPr/>
      <dgm:t>
        <a:bodyPr/>
        <a:lstStyle/>
        <a:p>
          <a:endParaRPr lang="en-US"/>
        </a:p>
      </dgm:t>
    </dgm:pt>
    <dgm:pt modelId="{19BA1A91-9CDA-42A3-B718-F79E57E4C5FF}" type="sibTrans" cxnId="{F848C844-3432-4901-8BF3-55D89F44E62A}">
      <dgm:prSet/>
      <dgm:spPr/>
      <dgm:t>
        <a:bodyPr/>
        <a:lstStyle/>
        <a:p>
          <a:endParaRPr lang="en-US"/>
        </a:p>
      </dgm:t>
    </dgm:pt>
    <dgm:pt modelId="{3900176E-7B47-4FEB-A442-3183C1D73863}">
      <dgm:prSet/>
      <dgm:spPr/>
      <dgm:t>
        <a:bodyPr/>
        <a:lstStyle/>
        <a:p>
          <a:r>
            <a:rPr lang="en-US"/>
            <a:t>Future Scope: Add real-time LinkedIn/Indeed scraping, implement email outreach automation for recruiters, and add predictive hiring algorithms.</a:t>
          </a:r>
        </a:p>
      </dgm:t>
    </dgm:pt>
    <dgm:pt modelId="{84A1E15E-E894-4B5B-A739-C7B6030A583C}" type="parTrans" cxnId="{87FC6D24-485A-42A5-B0B5-3FF0E0A6C971}">
      <dgm:prSet/>
      <dgm:spPr/>
      <dgm:t>
        <a:bodyPr/>
        <a:lstStyle/>
        <a:p>
          <a:endParaRPr lang="en-US"/>
        </a:p>
      </dgm:t>
    </dgm:pt>
    <dgm:pt modelId="{E84A3B9B-E1D3-4AA7-B666-017F864A400A}" type="sibTrans" cxnId="{87FC6D24-485A-42A5-B0B5-3FF0E0A6C971}">
      <dgm:prSet/>
      <dgm:spPr/>
      <dgm:t>
        <a:bodyPr/>
        <a:lstStyle/>
        <a:p>
          <a:endParaRPr lang="en-US"/>
        </a:p>
      </dgm:t>
    </dgm:pt>
    <dgm:pt modelId="{4EE97F33-F5DE-4C47-998F-865EB2A94417}" type="pres">
      <dgm:prSet presAssocID="{739C49A6-403C-4D53-A528-630CD90AB2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FA0CB7-DBE2-4AF2-B960-B246993B5F8E}" type="pres">
      <dgm:prSet presAssocID="{5A6B6516-3D84-48B6-996C-B6317658B32C}" presName="hierRoot1" presStyleCnt="0"/>
      <dgm:spPr/>
    </dgm:pt>
    <dgm:pt modelId="{94C629C5-01BE-4C61-BDFD-38CF1CED72CE}" type="pres">
      <dgm:prSet presAssocID="{5A6B6516-3D84-48B6-996C-B6317658B32C}" presName="composite" presStyleCnt="0"/>
      <dgm:spPr/>
    </dgm:pt>
    <dgm:pt modelId="{22DD2F28-1524-4A50-A0E2-B748F9233FB3}" type="pres">
      <dgm:prSet presAssocID="{5A6B6516-3D84-48B6-996C-B6317658B32C}" presName="background" presStyleLbl="node0" presStyleIdx="0" presStyleCnt="2"/>
      <dgm:spPr/>
    </dgm:pt>
    <dgm:pt modelId="{4E623113-1635-4F0A-80D3-CF43AD1A0F3C}" type="pres">
      <dgm:prSet presAssocID="{5A6B6516-3D84-48B6-996C-B6317658B32C}" presName="text" presStyleLbl="fgAcc0" presStyleIdx="0" presStyleCnt="2">
        <dgm:presLayoutVars>
          <dgm:chPref val="3"/>
        </dgm:presLayoutVars>
      </dgm:prSet>
      <dgm:spPr/>
    </dgm:pt>
    <dgm:pt modelId="{F127A842-DF17-445A-82C9-B1200C0E3371}" type="pres">
      <dgm:prSet presAssocID="{5A6B6516-3D84-48B6-996C-B6317658B32C}" presName="hierChild2" presStyleCnt="0"/>
      <dgm:spPr/>
    </dgm:pt>
    <dgm:pt modelId="{BFEE1435-B63C-4E17-B2CF-47AF14EDD880}" type="pres">
      <dgm:prSet presAssocID="{3900176E-7B47-4FEB-A442-3183C1D73863}" presName="hierRoot1" presStyleCnt="0"/>
      <dgm:spPr/>
    </dgm:pt>
    <dgm:pt modelId="{465230A3-E3F9-488A-AFBD-7E3CABE74810}" type="pres">
      <dgm:prSet presAssocID="{3900176E-7B47-4FEB-A442-3183C1D73863}" presName="composite" presStyleCnt="0"/>
      <dgm:spPr/>
    </dgm:pt>
    <dgm:pt modelId="{CA3EF1CE-0187-4DB0-A5C7-E41A35D68D26}" type="pres">
      <dgm:prSet presAssocID="{3900176E-7B47-4FEB-A442-3183C1D73863}" presName="background" presStyleLbl="node0" presStyleIdx="1" presStyleCnt="2"/>
      <dgm:spPr/>
    </dgm:pt>
    <dgm:pt modelId="{7CF3EE3D-10FB-4572-9AD6-0FFE4F7AD3B9}" type="pres">
      <dgm:prSet presAssocID="{3900176E-7B47-4FEB-A442-3183C1D73863}" presName="text" presStyleLbl="fgAcc0" presStyleIdx="1" presStyleCnt="2">
        <dgm:presLayoutVars>
          <dgm:chPref val="3"/>
        </dgm:presLayoutVars>
      </dgm:prSet>
      <dgm:spPr/>
    </dgm:pt>
    <dgm:pt modelId="{39853C9D-E250-4331-B90C-3E0544AD4EC0}" type="pres">
      <dgm:prSet presAssocID="{3900176E-7B47-4FEB-A442-3183C1D73863}" presName="hierChild2" presStyleCnt="0"/>
      <dgm:spPr/>
    </dgm:pt>
  </dgm:ptLst>
  <dgm:cxnLst>
    <dgm:cxn modelId="{EF9F3222-ADD3-4A22-BF06-B6F2E071DA61}" type="presOf" srcId="{3900176E-7B47-4FEB-A442-3183C1D73863}" destId="{7CF3EE3D-10FB-4572-9AD6-0FFE4F7AD3B9}" srcOrd="0" destOrd="0" presId="urn:microsoft.com/office/officeart/2005/8/layout/hierarchy1"/>
    <dgm:cxn modelId="{87FC6D24-485A-42A5-B0B5-3FF0E0A6C971}" srcId="{739C49A6-403C-4D53-A528-630CD90AB247}" destId="{3900176E-7B47-4FEB-A442-3183C1D73863}" srcOrd="1" destOrd="0" parTransId="{84A1E15E-E894-4B5B-A739-C7B6030A583C}" sibTransId="{E84A3B9B-E1D3-4AA7-B666-017F864A400A}"/>
    <dgm:cxn modelId="{9B080536-836C-4A5A-88EC-CF180B85DCC6}" type="presOf" srcId="{5A6B6516-3D84-48B6-996C-B6317658B32C}" destId="{4E623113-1635-4F0A-80D3-CF43AD1A0F3C}" srcOrd="0" destOrd="0" presId="urn:microsoft.com/office/officeart/2005/8/layout/hierarchy1"/>
    <dgm:cxn modelId="{F848C844-3432-4901-8BF3-55D89F44E62A}" srcId="{739C49A6-403C-4D53-A528-630CD90AB247}" destId="{5A6B6516-3D84-48B6-996C-B6317658B32C}" srcOrd="0" destOrd="0" parTransId="{34B65486-EFE7-4200-8D44-29AF05793655}" sibTransId="{19BA1A91-9CDA-42A3-B718-F79E57E4C5FF}"/>
    <dgm:cxn modelId="{BD42C86F-7B3D-4670-95A5-DCDAC8F721D8}" type="presOf" srcId="{739C49A6-403C-4D53-A528-630CD90AB247}" destId="{4EE97F33-F5DE-4C47-998F-865EB2A94417}" srcOrd="0" destOrd="0" presId="urn:microsoft.com/office/officeart/2005/8/layout/hierarchy1"/>
    <dgm:cxn modelId="{D834D8A6-E006-41A0-8258-3B610083C46A}" type="presParOf" srcId="{4EE97F33-F5DE-4C47-998F-865EB2A94417}" destId="{91FA0CB7-DBE2-4AF2-B960-B246993B5F8E}" srcOrd="0" destOrd="0" presId="urn:microsoft.com/office/officeart/2005/8/layout/hierarchy1"/>
    <dgm:cxn modelId="{4027278F-B1EE-414D-A343-3F954A996F2F}" type="presParOf" srcId="{91FA0CB7-DBE2-4AF2-B960-B246993B5F8E}" destId="{94C629C5-01BE-4C61-BDFD-38CF1CED72CE}" srcOrd="0" destOrd="0" presId="urn:microsoft.com/office/officeart/2005/8/layout/hierarchy1"/>
    <dgm:cxn modelId="{72AE96D6-7963-406B-AE9D-45507D6087B7}" type="presParOf" srcId="{94C629C5-01BE-4C61-BDFD-38CF1CED72CE}" destId="{22DD2F28-1524-4A50-A0E2-B748F9233FB3}" srcOrd="0" destOrd="0" presId="urn:microsoft.com/office/officeart/2005/8/layout/hierarchy1"/>
    <dgm:cxn modelId="{87AD6DEF-2788-48EC-AC70-CB1E561B2C09}" type="presParOf" srcId="{94C629C5-01BE-4C61-BDFD-38CF1CED72CE}" destId="{4E623113-1635-4F0A-80D3-CF43AD1A0F3C}" srcOrd="1" destOrd="0" presId="urn:microsoft.com/office/officeart/2005/8/layout/hierarchy1"/>
    <dgm:cxn modelId="{DEE5033B-849E-49E0-9B71-3C4826B1B3B4}" type="presParOf" srcId="{91FA0CB7-DBE2-4AF2-B960-B246993B5F8E}" destId="{F127A842-DF17-445A-82C9-B1200C0E3371}" srcOrd="1" destOrd="0" presId="urn:microsoft.com/office/officeart/2005/8/layout/hierarchy1"/>
    <dgm:cxn modelId="{9D0817CF-8F6A-4AC8-9C62-A0A1496C071C}" type="presParOf" srcId="{4EE97F33-F5DE-4C47-998F-865EB2A94417}" destId="{BFEE1435-B63C-4E17-B2CF-47AF14EDD880}" srcOrd="1" destOrd="0" presId="urn:microsoft.com/office/officeart/2005/8/layout/hierarchy1"/>
    <dgm:cxn modelId="{C8391FAB-454E-45B5-8803-79F3DAD266AC}" type="presParOf" srcId="{BFEE1435-B63C-4E17-B2CF-47AF14EDD880}" destId="{465230A3-E3F9-488A-AFBD-7E3CABE74810}" srcOrd="0" destOrd="0" presId="urn:microsoft.com/office/officeart/2005/8/layout/hierarchy1"/>
    <dgm:cxn modelId="{4B9399DC-C857-4A44-B298-7129E6CCFD02}" type="presParOf" srcId="{465230A3-E3F9-488A-AFBD-7E3CABE74810}" destId="{CA3EF1CE-0187-4DB0-A5C7-E41A35D68D26}" srcOrd="0" destOrd="0" presId="urn:microsoft.com/office/officeart/2005/8/layout/hierarchy1"/>
    <dgm:cxn modelId="{FBB2695F-89F5-421D-9626-B5C0F5329097}" type="presParOf" srcId="{465230A3-E3F9-488A-AFBD-7E3CABE74810}" destId="{7CF3EE3D-10FB-4572-9AD6-0FFE4F7AD3B9}" srcOrd="1" destOrd="0" presId="urn:microsoft.com/office/officeart/2005/8/layout/hierarchy1"/>
    <dgm:cxn modelId="{D6ECD3BF-80BA-44ED-BC52-498097EC8D58}" type="presParOf" srcId="{BFEE1435-B63C-4E17-B2CF-47AF14EDD880}" destId="{39853C9D-E250-4331-B90C-3E0544AD4E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B4680-4CD3-4D65-BFE8-ACB1CF81700F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FCA72-F509-4CE4-889C-609103469B0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FA432-CC4E-4C32-8D74-0E4FAFCF82F3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 full-stack AI-driven hiring intelligence web application.</a:t>
          </a:r>
        </a:p>
      </dsp:txBody>
      <dsp:txXfrm>
        <a:off x="100682" y="2684598"/>
        <a:ext cx="2370489" cy="720000"/>
      </dsp:txXfrm>
    </dsp:sp>
    <dsp:sp modelId="{94EDB7CB-02BD-4332-BEA2-CDE4FCB084A8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C4F32-37D7-4939-B93A-D8B6FA523401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C3882-74D0-4F66-8010-270DF64E58E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Automates the extraction and analysis of job market trends.</a:t>
          </a:r>
        </a:p>
      </dsp:txBody>
      <dsp:txXfrm>
        <a:off x="2886007" y="2684598"/>
        <a:ext cx="2370489" cy="720000"/>
      </dsp:txXfrm>
    </dsp:sp>
    <dsp:sp modelId="{2B4D90E3-FFB2-438F-AF8D-5F8A235C5940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96688D-22DD-4ED4-9B75-FA695A9A494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C2EDE-6D4E-476F-9EAE-4905C6E4530B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Scrapes raw job data and uses Google Gemini AI for structured NLP analysis.</a:t>
          </a:r>
        </a:p>
      </dsp:txBody>
      <dsp:txXfrm>
        <a:off x="5671332" y="2684598"/>
        <a:ext cx="2370489" cy="720000"/>
      </dsp:txXfrm>
    </dsp:sp>
    <dsp:sp modelId="{5831F0BC-A10A-4691-B890-2519D86AA35E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CD03F-AF3A-4B7E-BA0F-ACC63C204CD6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EAE1A-61C9-4E2E-B543-915BDCCA09B6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Provides recruiters with a dynamic 3D-inspired analytics dashboard.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D8C8D-F348-46A5-A20A-37D6D0062CA1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C9408-2171-458F-B8D2-AC6A96D9286F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62677-7951-4506-B90F-87DA8013525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Manual collection of job market data is slow and inefficient.</a:t>
          </a:r>
        </a:p>
      </dsp:txBody>
      <dsp:txXfrm>
        <a:off x="1948202" y="368029"/>
        <a:ext cx="3233964" cy="1371985"/>
      </dsp:txXfrm>
    </dsp:sp>
    <dsp:sp modelId="{1925BA00-0234-4B7C-9DF3-2B8EFAC30D08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711E8-3F38-47DF-A6C5-EEDAD4B25F78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9F713-31A3-4434-89C6-00235C30F93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Hard to track competitor hiring trends in real-time.</a:t>
          </a:r>
        </a:p>
      </dsp:txBody>
      <dsp:txXfrm>
        <a:off x="7411643" y="368029"/>
        <a:ext cx="3233964" cy="1371985"/>
      </dsp:txXfrm>
    </dsp:sp>
    <dsp:sp modelId="{3509D351-37F1-4BFF-B1AF-DA4D84CFC3C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25844-6D77-4D31-9D56-E3FFCA528580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E425B-9B95-4A8F-80FA-7BBD13B5000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Identifying highly demanded skills requires reading hundreds of descriptions.</a:t>
          </a:r>
        </a:p>
      </dsp:txBody>
      <dsp:txXfrm>
        <a:off x="1948202" y="2452790"/>
        <a:ext cx="3233964" cy="1371985"/>
      </dsp:txXfrm>
    </dsp:sp>
    <dsp:sp modelId="{86473F6F-9D4E-4D21-92D0-F6489457FB85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1EEB8-AAEE-4809-B638-02B5E350C8BE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9F239-C15D-45F0-B842-7598993FF650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Solution: An automated scraper + AI analysis pipeline to generate instant insights.</a:t>
          </a:r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3A8F8-9045-49C3-AA73-D116C5DB4B45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3B570-CA83-403E-A484-A888F28C42B2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Frontend: Next.js, React, </a:t>
          </a:r>
          <a:r>
            <a:rPr lang="en-US" sz="1300" kern="1200" dirty="0" err="1"/>
            <a:t>TailwindCSS</a:t>
          </a:r>
          <a:r>
            <a:rPr lang="en-US" sz="1300" kern="1200" dirty="0"/>
            <a:t>, Recharts, Framer Motion</a:t>
          </a:r>
        </a:p>
      </dsp:txBody>
      <dsp:txXfrm>
        <a:off x="333914" y="2276522"/>
        <a:ext cx="1800000" cy="720000"/>
      </dsp:txXfrm>
    </dsp:sp>
    <dsp:sp modelId="{91431512-985C-4592-8B68-DE4D0520C212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0A696-891C-4320-87C0-4F70064A943E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Backend: Python, </a:t>
          </a:r>
          <a:r>
            <a:rPr lang="en-US" sz="1300" kern="1200" dirty="0" err="1"/>
            <a:t>FastAPI</a:t>
          </a:r>
        </a:p>
      </dsp:txBody>
      <dsp:txXfrm>
        <a:off x="2448914" y="2276522"/>
        <a:ext cx="1800000" cy="720000"/>
      </dsp:txXfrm>
    </dsp:sp>
    <dsp:sp modelId="{5233B9A0-AD8F-4A47-BA42-9F0313A19E7F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1EEAF-50E3-4E88-BA8C-708EB6614F32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Web Scraping: Playwright</a:t>
          </a:r>
        </a:p>
      </dsp:txBody>
      <dsp:txXfrm>
        <a:off x="4563914" y="2276522"/>
        <a:ext cx="1800000" cy="720000"/>
      </dsp:txXfrm>
    </dsp:sp>
    <dsp:sp modelId="{084155F4-BF40-43E2-93D5-16889877A961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B5E03-63D5-4414-BED6-D96F446911C9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AI Engine: Google Gemini API</a:t>
          </a:r>
        </a:p>
      </dsp:txBody>
      <dsp:txXfrm>
        <a:off x="6678914" y="2276522"/>
        <a:ext cx="1800000" cy="720000"/>
      </dsp:txXfrm>
    </dsp:sp>
    <dsp:sp modelId="{478A1F6D-2412-4FF7-B902-81ADAF0CF7A1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A7A40-BFAE-4014-82B8-57D687241CC8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Database &amp; Auth: </a:t>
          </a:r>
          <a:r>
            <a:rPr lang="en-US" sz="1300" kern="1200" dirty="0" err="1"/>
            <a:t>Appwrite</a:t>
          </a:r>
        </a:p>
      </dsp:txBody>
      <dsp:txXfrm>
        <a:off x="8793914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D0F1B-294E-4314-A4DA-B260692A990D}">
      <dsp:nvSpPr>
        <dsp:cNvPr id="0" name=""/>
        <dsp:cNvSpPr/>
      </dsp:nvSpPr>
      <dsp:spPr>
        <a:xfrm>
          <a:off x="755795" y="803548"/>
          <a:ext cx="971986" cy="9719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B959D-EE06-41DC-B3FC-FDB5BD47A3EF}">
      <dsp:nvSpPr>
        <dsp:cNvPr id="0" name=""/>
        <dsp:cNvSpPr/>
      </dsp:nvSpPr>
      <dsp:spPr>
        <a:xfrm>
          <a:off x="161803" y="2152652"/>
          <a:ext cx="215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Flow: Frontend Client &lt;-&gt; FastAPI Backend &lt;-&gt; Appwrite Database</a:t>
          </a:r>
        </a:p>
      </dsp:txBody>
      <dsp:txXfrm>
        <a:off x="161803" y="2152652"/>
        <a:ext cx="2159969" cy="720000"/>
      </dsp:txXfrm>
    </dsp:sp>
    <dsp:sp modelId="{B44BF8FC-0408-4E8A-9470-CAB8A99F618C}">
      <dsp:nvSpPr>
        <dsp:cNvPr id="0" name=""/>
        <dsp:cNvSpPr/>
      </dsp:nvSpPr>
      <dsp:spPr>
        <a:xfrm>
          <a:off x="3293758" y="803548"/>
          <a:ext cx="971986" cy="9719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967E0-27D8-4734-BADF-80C556233345}">
      <dsp:nvSpPr>
        <dsp:cNvPr id="0" name=""/>
        <dsp:cNvSpPr/>
      </dsp:nvSpPr>
      <dsp:spPr>
        <a:xfrm>
          <a:off x="2699767" y="2152652"/>
          <a:ext cx="215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backend triggers Playwright to scrape external job boards.</a:t>
          </a:r>
        </a:p>
      </dsp:txBody>
      <dsp:txXfrm>
        <a:off x="2699767" y="2152652"/>
        <a:ext cx="2159969" cy="720000"/>
      </dsp:txXfrm>
    </dsp:sp>
    <dsp:sp modelId="{58F222A2-EA23-4CFF-B5CD-ED1455A2431D}">
      <dsp:nvSpPr>
        <dsp:cNvPr id="0" name=""/>
        <dsp:cNvSpPr/>
      </dsp:nvSpPr>
      <dsp:spPr>
        <a:xfrm>
          <a:off x="5831722" y="803548"/>
          <a:ext cx="971986" cy="9719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E30DE-79AE-42A0-A8F5-D07D33520DAA}">
      <dsp:nvSpPr>
        <dsp:cNvPr id="0" name=""/>
        <dsp:cNvSpPr/>
      </dsp:nvSpPr>
      <dsp:spPr>
        <a:xfrm>
          <a:off x="5237731" y="2152652"/>
          <a:ext cx="215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Scraped text is fed into the Gemini API.</a:t>
          </a:r>
        </a:p>
      </dsp:txBody>
      <dsp:txXfrm>
        <a:off x="5237731" y="2152652"/>
        <a:ext cx="2159969" cy="720000"/>
      </dsp:txXfrm>
    </dsp:sp>
    <dsp:sp modelId="{79E66E77-A054-468C-8CDB-8101505F1920}">
      <dsp:nvSpPr>
        <dsp:cNvPr id="0" name=""/>
        <dsp:cNvSpPr/>
      </dsp:nvSpPr>
      <dsp:spPr>
        <a:xfrm>
          <a:off x="2024777" y="3412644"/>
          <a:ext cx="971986" cy="9719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7CC53-23E4-409A-B6E8-134B5B323353}">
      <dsp:nvSpPr>
        <dsp:cNvPr id="0" name=""/>
        <dsp:cNvSpPr/>
      </dsp:nvSpPr>
      <dsp:spPr>
        <a:xfrm>
          <a:off x="1430785" y="4761748"/>
          <a:ext cx="215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AI returns structured data (skills, trends) which is saved in Appwrite.</a:t>
          </a:r>
        </a:p>
      </dsp:txBody>
      <dsp:txXfrm>
        <a:off x="1430785" y="4761748"/>
        <a:ext cx="2159969" cy="720000"/>
      </dsp:txXfrm>
    </dsp:sp>
    <dsp:sp modelId="{19CD9827-69AF-4C58-A169-7F93F7F5379D}">
      <dsp:nvSpPr>
        <dsp:cNvPr id="0" name=""/>
        <dsp:cNvSpPr/>
      </dsp:nvSpPr>
      <dsp:spPr>
        <a:xfrm>
          <a:off x="4562740" y="3412644"/>
          <a:ext cx="971986" cy="9719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5F3CE-562D-49B4-A15A-E19820A2729F}">
      <dsp:nvSpPr>
        <dsp:cNvPr id="0" name=""/>
        <dsp:cNvSpPr/>
      </dsp:nvSpPr>
      <dsp:spPr>
        <a:xfrm>
          <a:off x="3968749" y="4761748"/>
          <a:ext cx="215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frontend fetches this data to display interactive Recharts.</a:t>
          </a:r>
        </a:p>
      </dsp:txBody>
      <dsp:txXfrm>
        <a:off x="3968749" y="4761748"/>
        <a:ext cx="215996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19022-0C11-45CF-87C3-042EC53A1AC5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366C7-5709-4CBC-A5AE-712F061E2C63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Secure User Authentication (Appwrite).</a:t>
          </a:r>
        </a:p>
      </dsp:txBody>
      <dsp:txXfrm>
        <a:off x="841" y="2344441"/>
        <a:ext cx="1529296" cy="611718"/>
      </dsp:txXfrm>
    </dsp:sp>
    <dsp:sp modelId="{02147B55-FB4A-43BD-B0C4-9D42EBB73E91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74DAA-DFB6-4810-9827-4B9F90579027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Automated Web Scraping (Playwright).</a:t>
          </a:r>
        </a:p>
      </dsp:txBody>
      <dsp:txXfrm>
        <a:off x="1797765" y="2344441"/>
        <a:ext cx="1529296" cy="611718"/>
      </dsp:txXfrm>
    </dsp:sp>
    <dsp:sp modelId="{0C041207-6B30-4CB7-9D26-2DC71E74098C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DF098-5C20-4942-A64C-FDCE3144C93D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AI Job Description Analysis (Gemini).</a:t>
          </a:r>
        </a:p>
      </dsp:txBody>
      <dsp:txXfrm>
        <a:off x="3594689" y="2344441"/>
        <a:ext cx="1529296" cy="611718"/>
      </dsp:txXfrm>
    </dsp:sp>
    <dsp:sp modelId="{0930E2EF-62FC-4350-85A8-4FE5A811CD1C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CED08-BD45-4CC6-B317-0969F516A9DE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Interactive Analytics Dashboard (Recharts/Chart.js).</a:t>
          </a:r>
        </a:p>
      </dsp:txBody>
      <dsp:txXfrm>
        <a:off x="5391613" y="2344441"/>
        <a:ext cx="1529296" cy="611718"/>
      </dsp:txXfrm>
    </dsp:sp>
    <dsp:sp modelId="{29E97790-BB4B-4558-8718-136E0BC04D85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BEF38-21FE-4A71-A532-F0FA5C413434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Recruiter Intelligence Directory (HR Contact extraction).</a:t>
          </a:r>
        </a:p>
      </dsp:txBody>
      <dsp:txXfrm>
        <a:off x="7188537" y="2344441"/>
        <a:ext cx="1529296" cy="611718"/>
      </dsp:txXfrm>
    </dsp:sp>
    <dsp:sp modelId="{2CE65B99-9475-4014-9511-FA1C06A81FD6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BBED9-8574-4A5C-B1D5-3412F7B9C5E9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Report Generation (CSV/Excel exports).</a:t>
          </a:r>
        </a:p>
      </dsp:txBody>
      <dsp:txXfrm>
        <a:off x="8985461" y="2344441"/>
        <a:ext cx="1529296" cy="611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13FF9-056A-4F04-BB63-EFE754128D5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B13E5-3C32-4507-B837-B7F3F58A4F5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0DC23-A64E-4380-8D79-6370E4FB25E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Input: Unstructured, messy job description text.</a:t>
          </a:r>
        </a:p>
      </dsp:txBody>
      <dsp:txXfrm>
        <a:off x="1948202" y="368029"/>
        <a:ext cx="3233964" cy="1371985"/>
      </dsp:txXfrm>
    </dsp:sp>
    <dsp:sp modelId="{B1C66D9F-37C8-4CC7-91DE-EAAE383AF75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EA8B9-AFA7-40A0-AF0D-2ECB3F6D2C18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37C4B-3F29-468E-B4E8-83E926DDCBAE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Processing: Prompt engineering with Gemini API.</a:t>
          </a:r>
        </a:p>
      </dsp:txBody>
      <dsp:txXfrm>
        <a:off x="7411643" y="368029"/>
        <a:ext cx="3233964" cy="1371985"/>
      </dsp:txXfrm>
    </dsp:sp>
    <dsp:sp modelId="{776C2B31-BBB2-4469-A89A-F48034F72A4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F39D5-B8FA-4370-BF3B-04F9830FBAC4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E36D2-4807-4897-AC3E-A62A977A8A5C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Output: Standardized JSON format.</a:t>
          </a:r>
        </a:p>
      </dsp:txBody>
      <dsp:txXfrm>
        <a:off x="1948202" y="2452790"/>
        <a:ext cx="3233964" cy="1371985"/>
      </dsp:txXfrm>
    </dsp:sp>
    <dsp:sp modelId="{4B72F00A-8F66-4D3A-BAAF-C7C689E0BD96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DB98B-119E-40B6-928B-C4A7DAADD66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330D8-9011-4040-A70A-6730D283778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Extracted Fields: Role, Required Skills, Experience Level, Hiring Trend (Aggressive/Steady/Freeze), AI Confidence Score.</a:t>
          </a:r>
        </a:p>
      </dsp:txBody>
      <dsp:txXfrm>
        <a:off x="7411643" y="2452790"/>
        <a:ext cx="3233964" cy="13719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D2F28-1524-4A50-A0E2-B748F9233FB3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23113-1635-4F0A-80D3-CF43AD1A0F3C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Successfully built a scalable Python Full Stack application integrating Agentic AI.</a:t>
          </a:r>
        </a:p>
      </dsp:txBody>
      <dsp:txXfrm>
        <a:off x="696297" y="538547"/>
        <a:ext cx="4171627" cy="2590157"/>
      </dsp:txXfrm>
    </dsp:sp>
    <dsp:sp modelId="{CA3EF1CE-0187-4DB0-A5C7-E41A35D68D2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3EE3D-10FB-4572-9AD6-0FFE4F7AD3B9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Future Scope: Add real-time LinkedIn/Indeed scraping, implement email outreach automation for recruiters, and add predictive hiring algorithms.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A49DA43B-1A24-65F7-FC54-E7D0DBD91D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732" b="2297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 err="1">
                <a:ln w="22225">
                  <a:solidFill>
                    <a:srgbClr val="FFFFFF"/>
                  </a:solidFill>
                </a:ln>
                <a:noFill/>
              </a:rPr>
              <a:t>Knowvation</a:t>
            </a:r>
            <a:br>
              <a:rPr lang="en-US" sz="8000" dirty="0">
                <a:ln w="22225">
                  <a:solidFill>
                    <a:srgbClr val="FFFFFF"/>
                  </a:solidFill>
                </a:ln>
                <a:noFill/>
              </a:rPr>
            </a:br>
            <a:r>
              <a:rPr lang="en-US" sz="8000" dirty="0">
                <a:ln w="22225">
                  <a:solidFill>
                    <a:srgbClr val="FFFFFF"/>
                  </a:solidFill>
                </a:ln>
                <a:noFill/>
              </a:rPr>
              <a:t> - AI Hiring Intelligence Platform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Python Full Stack Development Project Submission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>
                <a:solidFill>
                  <a:srgbClr val="FFFFFF"/>
                </a:solidFill>
              </a:rPr>
              <a:t>Presented By:  Lingala Bishma Goud</a:t>
            </a:r>
            <a:endParaRPr lang="en-US" sz="2000"/>
          </a:p>
          <a:p>
            <a:pPr algn="l"/>
            <a:endParaRPr lang="en-US" sz="2000" dirty="0">
              <a:solidFill>
                <a:srgbClr val="FFFFFF"/>
              </a:solidFill>
            </a:endParaRPr>
          </a:p>
          <a:p>
            <a:pPr algn="l"/>
            <a:r>
              <a:rPr lang="en-US" sz="2000">
                <a:solidFill>
                  <a:srgbClr val="FFFFFF"/>
                </a:solidFill>
              </a:rPr>
              <a:t>Domain: Python Full Stack Development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AAAE2-F366-481F-AC70-E1770F4E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Project Overview-What is Knowvation?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1A50792-8F9B-2D38-AC3C-F3A49C429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512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39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9F802-E7D9-E86F-999D-0D80BA47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Problem Statement - The Problem We Are Solving</a:t>
            </a:r>
            <a:endParaRPr lang="en-US" sz="3700">
              <a:solidFill>
                <a:srgbClr val="FFFFFF"/>
              </a:solidFill>
            </a:endParaRPr>
          </a:p>
          <a:p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C2DEED-F215-8C87-E883-6CF3BF19B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6617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5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E8096-FB32-2CB0-9022-F13ADF9C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Technology Stack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3BE15D-CF60-794B-A51C-280AC1C9C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6561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69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CDF49-50C3-B48D-A11E-6B5461B4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355" y="903375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ea typeface="+mj-lt"/>
                <a:cs typeface="+mj-lt"/>
              </a:rPr>
              <a:t>System Architecture: How It Works</a:t>
            </a:r>
            <a:endParaRPr lang="en-US" sz="4000"/>
          </a:p>
          <a:p>
            <a:pPr algn="ctr"/>
            <a:endParaRPr lang="en-US" sz="40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36A0F8-336A-853C-7DF8-A5486EE848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154" y="2709596"/>
            <a:ext cx="10515595" cy="32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403A62-DB6E-9FA6-D022-8288AF4E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System Architecture: How It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2C72C2-5524-BBA8-EB56-70BE3D692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86451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010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00DF-6F89-FB0E-AFE4-7742CAF1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Features - Implemented</a:t>
            </a:r>
            <a:endParaRPr lang="en-US"/>
          </a:p>
          <a:p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B0B7A8-D6EE-749D-FF9F-927EC67C18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13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B59DB-EFAC-606F-A79C-411E6EAF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AI Data Extraction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C3AB81-A366-C4C2-8596-A5410A1C6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5110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48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9363F-D124-A85F-83EA-FAAF856F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&amp; Screenshots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F6CAF3-872B-BA73-9F30-F09162CC2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9" y="3356648"/>
            <a:ext cx="3797536" cy="237345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69272-7F36-3D2D-C9E0-5644A196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86" y="3356648"/>
            <a:ext cx="3797536" cy="2373459"/>
          </a:xfrm>
          <a:prstGeom prst="rect">
            <a:avLst/>
          </a:prstGeom>
        </p:spPr>
      </p:pic>
      <p:pic>
        <p:nvPicPr>
          <p:cNvPr id="4" name="Content Placeholder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73E4342B-D333-A821-5B29-7689C6EAD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92673" y="3356648"/>
            <a:ext cx="3797536" cy="237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75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6C274-4BD9-DEEA-60EF-3787B3B0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Conclusion &amp; Future Scope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FA8F5-FDE7-FACB-D810-DC513E89A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49072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50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envelopes">
            <a:extLst>
              <a:ext uri="{FF2B5EF4-FFF2-40B4-BE49-F238E27FC236}">
                <a16:creationId xmlns:a16="http://schemas.microsoft.com/office/drawing/2014/main" id="{74D5B07B-9DA0-9EA6-90E1-C2BA035186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621" r="-2" b="71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A471F-DAED-10B0-0538-31EC0100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 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E7F8E-D72C-ADA9-45E3-AE314D25B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GitHub Link:- https://github.com/lingalabishmagoud/Knowvation-</a:t>
            </a:r>
          </a:p>
          <a:p>
            <a:pPr algn="ctr"/>
            <a:r>
              <a:rPr lang="en-US">
                <a:solidFill>
                  <a:srgbClr val="FFFFFF"/>
                </a:solidFill>
              </a:rPr>
              <a:t>Email:- bishmagoud321@gmail.com</a:t>
            </a: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53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Knowvation  - AI Hiring Intelligence Platform</vt:lpstr>
      <vt:lpstr>Project Overview-What is Knowvation?</vt:lpstr>
      <vt:lpstr>Problem Statement - The Problem We Are Solving </vt:lpstr>
      <vt:lpstr>Technology Stack</vt:lpstr>
      <vt:lpstr>System Architecture: How It Works </vt:lpstr>
      <vt:lpstr>System Architecture: How It Works</vt:lpstr>
      <vt:lpstr>Key Features - Implemented </vt:lpstr>
      <vt:lpstr>AI Data Extraction</vt:lpstr>
      <vt:lpstr>Demo &amp; Screenshots</vt:lpstr>
      <vt:lpstr>Conclusion &amp; Future Scope</vt:lpstr>
      <vt:lpstr> 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</cp:revision>
  <dcterms:created xsi:type="dcterms:W3CDTF">2026-05-10T09:46:32Z</dcterms:created>
  <dcterms:modified xsi:type="dcterms:W3CDTF">2026-05-10T10:18:29Z</dcterms:modified>
</cp:coreProperties>
</file>